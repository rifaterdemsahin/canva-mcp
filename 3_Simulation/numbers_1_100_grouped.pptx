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12191695"/>
  <p:notesSz cx="12191695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1–100  ·  color changes every ten</a:t>
            </a:r>
            <a:endParaRPr lang="en-US" sz="1800" dirty="0"/>
          </a:p>
        </p:txBody>
      </p:sp>
      <p:grpSp>
        <p:nvGrpSpPr>
          <p:cNvPr id="500" name="Number 1"/>
          <p:cNvGrpSpPr/>
          <p:nvPr/>
        </p:nvGrpSpPr>
        <p:grpSpPr>
          <a:xfrm>
            <a:off x="411480" y="777240"/>
            <a:ext cx="1007669" cy="1007669"/>
            <a:chOff x="411480" y="777240"/>
            <a:chExt cx="1007669" cy="1007669"/>
          </a:xfrm>
        </p:grpSpPr>
        <p:sp>
          <p:nvSpPr>
            <p:cNvPr id="3" name="Shape 1"/>
            <p:cNvSpPr/>
            <p:nvPr/>
          </p:nvSpPr>
          <p:spPr>
            <a:xfrm>
              <a:off x="411480" y="777240"/>
              <a:ext cx="1007669" cy="1007669"/>
            </a:xfrm>
            <a:prstGeom prst="ellipse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411480" y="77724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</a:t>
              </a:r>
              <a:endParaRPr lang="en-US" sz="2200" dirty="0"/>
            </a:p>
          </p:txBody>
        </p:sp>
      </p:grpSp>
      <p:grpSp>
        <p:nvGrpSpPr>
          <p:cNvPr id="501" name="Number 2"/>
          <p:cNvGrpSpPr/>
          <p:nvPr/>
        </p:nvGrpSpPr>
        <p:grpSpPr>
          <a:xfrm>
            <a:off x="1528877" y="777240"/>
            <a:ext cx="1007669" cy="1007669"/>
            <a:chOff x="1528877" y="777240"/>
            <a:chExt cx="1007669" cy="1007669"/>
          </a:xfrm>
        </p:grpSpPr>
        <p:sp>
          <p:nvSpPr>
            <p:cNvPr id="5" name="Shape 3"/>
            <p:cNvSpPr/>
            <p:nvPr/>
          </p:nvSpPr>
          <p:spPr>
            <a:xfrm>
              <a:off x="1528877" y="777240"/>
              <a:ext cx="1007669" cy="1007669"/>
            </a:xfrm>
            <a:prstGeom prst="ellipse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1528877" y="77724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</a:t>
              </a:r>
              <a:endParaRPr lang="en-US" sz="2200" dirty="0"/>
            </a:p>
          </p:txBody>
        </p:sp>
      </p:grpSp>
      <p:grpSp>
        <p:nvGrpSpPr>
          <p:cNvPr id="502" name="Number 3"/>
          <p:cNvGrpSpPr/>
          <p:nvPr/>
        </p:nvGrpSpPr>
        <p:grpSpPr>
          <a:xfrm>
            <a:off x="2646274" y="777240"/>
            <a:ext cx="1007669" cy="1007669"/>
            <a:chOff x="2646274" y="777240"/>
            <a:chExt cx="1007669" cy="1007669"/>
          </a:xfrm>
        </p:grpSpPr>
        <p:sp>
          <p:nvSpPr>
            <p:cNvPr id="7" name="Shape 5"/>
            <p:cNvSpPr/>
            <p:nvPr/>
          </p:nvSpPr>
          <p:spPr>
            <a:xfrm>
              <a:off x="2646274" y="777240"/>
              <a:ext cx="1007669" cy="1007669"/>
            </a:xfrm>
            <a:prstGeom prst="ellipse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646274" y="77724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</a:t>
              </a:r>
              <a:endParaRPr lang="en-US" sz="2200" dirty="0"/>
            </a:p>
          </p:txBody>
        </p:sp>
      </p:grpSp>
      <p:grpSp>
        <p:nvGrpSpPr>
          <p:cNvPr id="503" name="Number 4"/>
          <p:cNvGrpSpPr/>
          <p:nvPr/>
        </p:nvGrpSpPr>
        <p:grpSpPr>
          <a:xfrm>
            <a:off x="3763670" y="777240"/>
            <a:ext cx="1007669" cy="1007669"/>
            <a:chOff x="3763670" y="777240"/>
            <a:chExt cx="1007669" cy="1007669"/>
          </a:xfrm>
        </p:grpSpPr>
        <p:sp>
          <p:nvSpPr>
            <p:cNvPr id="9" name="Shape 7"/>
            <p:cNvSpPr/>
            <p:nvPr/>
          </p:nvSpPr>
          <p:spPr>
            <a:xfrm>
              <a:off x="3763670" y="777240"/>
              <a:ext cx="1007669" cy="1007669"/>
            </a:xfrm>
            <a:prstGeom prst="ellipse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763670" y="77724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</a:t>
              </a:r>
              <a:endParaRPr lang="en-US" sz="2200" dirty="0"/>
            </a:p>
          </p:txBody>
        </p:sp>
      </p:grpSp>
      <p:grpSp>
        <p:nvGrpSpPr>
          <p:cNvPr id="504" name="Number 5"/>
          <p:cNvGrpSpPr/>
          <p:nvPr/>
        </p:nvGrpSpPr>
        <p:grpSpPr>
          <a:xfrm>
            <a:off x="4881067" y="777240"/>
            <a:ext cx="1007669" cy="1007669"/>
            <a:chOff x="4881067" y="777240"/>
            <a:chExt cx="1007669" cy="1007669"/>
          </a:xfrm>
        </p:grpSpPr>
        <p:sp>
          <p:nvSpPr>
            <p:cNvPr id="11" name="Shape 9"/>
            <p:cNvSpPr/>
            <p:nvPr/>
          </p:nvSpPr>
          <p:spPr>
            <a:xfrm>
              <a:off x="4881067" y="777240"/>
              <a:ext cx="1007669" cy="1007669"/>
            </a:xfrm>
            <a:prstGeom prst="ellipse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881067" y="77724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</a:t>
              </a:r>
              <a:endParaRPr lang="en-US" sz="2200" dirty="0"/>
            </a:p>
          </p:txBody>
        </p:sp>
      </p:grpSp>
      <p:grpSp>
        <p:nvGrpSpPr>
          <p:cNvPr id="505" name="Number 6"/>
          <p:cNvGrpSpPr/>
          <p:nvPr/>
        </p:nvGrpSpPr>
        <p:grpSpPr>
          <a:xfrm>
            <a:off x="5998464" y="777240"/>
            <a:ext cx="1007669" cy="1007669"/>
            <a:chOff x="5998464" y="777240"/>
            <a:chExt cx="1007669" cy="1007669"/>
          </a:xfrm>
        </p:grpSpPr>
        <p:sp>
          <p:nvSpPr>
            <p:cNvPr id="13" name="Shape 11"/>
            <p:cNvSpPr/>
            <p:nvPr/>
          </p:nvSpPr>
          <p:spPr>
            <a:xfrm>
              <a:off x="5998464" y="777240"/>
              <a:ext cx="1007669" cy="1007669"/>
            </a:xfrm>
            <a:prstGeom prst="ellipse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998464" y="77724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6</a:t>
              </a:r>
              <a:endParaRPr lang="en-US" sz="2200" dirty="0"/>
            </a:p>
          </p:txBody>
        </p:sp>
      </p:grpSp>
      <p:grpSp>
        <p:nvGrpSpPr>
          <p:cNvPr id="506" name="Number 7"/>
          <p:cNvGrpSpPr/>
          <p:nvPr/>
        </p:nvGrpSpPr>
        <p:grpSpPr>
          <a:xfrm>
            <a:off x="7115861" y="777240"/>
            <a:ext cx="1007669" cy="1007669"/>
            <a:chOff x="7115861" y="777240"/>
            <a:chExt cx="1007669" cy="1007669"/>
          </a:xfrm>
        </p:grpSpPr>
        <p:sp>
          <p:nvSpPr>
            <p:cNvPr id="15" name="Shape 13"/>
            <p:cNvSpPr/>
            <p:nvPr/>
          </p:nvSpPr>
          <p:spPr>
            <a:xfrm>
              <a:off x="7115861" y="777240"/>
              <a:ext cx="1007669" cy="1007669"/>
            </a:xfrm>
            <a:prstGeom prst="ellipse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7115861" y="77724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</a:t>
              </a:r>
              <a:endParaRPr lang="en-US" sz="2200" dirty="0"/>
            </a:p>
          </p:txBody>
        </p:sp>
      </p:grpSp>
      <p:grpSp>
        <p:nvGrpSpPr>
          <p:cNvPr id="507" name="Number 8"/>
          <p:cNvGrpSpPr/>
          <p:nvPr/>
        </p:nvGrpSpPr>
        <p:grpSpPr>
          <a:xfrm>
            <a:off x="8233258" y="777240"/>
            <a:ext cx="1007669" cy="1007669"/>
            <a:chOff x="8233258" y="777240"/>
            <a:chExt cx="1007669" cy="1007669"/>
          </a:xfrm>
        </p:grpSpPr>
        <p:sp>
          <p:nvSpPr>
            <p:cNvPr id="17" name="Shape 15"/>
            <p:cNvSpPr/>
            <p:nvPr/>
          </p:nvSpPr>
          <p:spPr>
            <a:xfrm>
              <a:off x="8233258" y="777240"/>
              <a:ext cx="1007669" cy="1007669"/>
            </a:xfrm>
            <a:prstGeom prst="ellipse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8233258" y="77724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8</a:t>
              </a:r>
              <a:endParaRPr lang="en-US" sz="2200" dirty="0"/>
            </a:p>
          </p:txBody>
        </p:sp>
      </p:grpSp>
      <p:grpSp>
        <p:nvGrpSpPr>
          <p:cNvPr id="508" name="Number 9"/>
          <p:cNvGrpSpPr/>
          <p:nvPr/>
        </p:nvGrpSpPr>
        <p:grpSpPr>
          <a:xfrm>
            <a:off x="9350654" y="777240"/>
            <a:ext cx="1007669" cy="1007669"/>
            <a:chOff x="9350654" y="777240"/>
            <a:chExt cx="1007669" cy="1007669"/>
          </a:xfrm>
        </p:grpSpPr>
        <p:sp>
          <p:nvSpPr>
            <p:cNvPr id="19" name="Shape 17"/>
            <p:cNvSpPr/>
            <p:nvPr/>
          </p:nvSpPr>
          <p:spPr>
            <a:xfrm>
              <a:off x="9350654" y="777240"/>
              <a:ext cx="1007669" cy="1007669"/>
            </a:xfrm>
            <a:prstGeom prst="ellipse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9350654" y="77724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</a:t>
              </a:r>
              <a:endParaRPr lang="en-US" sz="2200" dirty="0"/>
            </a:p>
          </p:txBody>
        </p:sp>
      </p:grpSp>
      <p:grpSp>
        <p:nvGrpSpPr>
          <p:cNvPr id="509" name="Number 10"/>
          <p:cNvGrpSpPr/>
          <p:nvPr/>
        </p:nvGrpSpPr>
        <p:grpSpPr>
          <a:xfrm>
            <a:off x="10468051" y="777240"/>
            <a:ext cx="1007669" cy="1007669"/>
            <a:chOff x="10468051" y="777240"/>
            <a:chExt cx="1007669" cy="1007669"/>
          </a:xfrm>
        </p:grpSpPr>
        <p:sp>
          <p:nvSpPr>
            <p:cNvPr id="21" name="Shape 19"/>
            <p:cNvSpPr/>
            <p:nvPr/>
          </p:nvSpPr>
          <p:spPr>
            <a:xfrm>
              <a:off x="10468051" y="777240"/>
              <a:ext cx="1007669" cy="1007669"/>
            </a:xfrm>
            <a:prstGeom prst="ellipse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10468051" y="77724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10</a:t>
              </a:r>
              <a:endParaRPr lang="en-US" sz="2200" dirty="0"/>
            </a:p>
          </p:txBody>
        </p:sp>
      </p:grpSp>
      <p:grpSp>
        <p:nvGrpSpPr>
          <p:cNvPr id="510" name="Number 11"/>
          <p:cNvGrpSpPr/>
          <p:nvPr/>
        </p:nvGrpSpPr>
        <p:grpSpPr>
          <a:xfrm>
            <a:off x="411480" y="1894637"/>
            <a:ext cx="1007669" cy="1007669"/>
            <a:chOff x="411480" y="1894637"/>
            <a:chExt cx="1007669" cy="1007669"/>
          </a:xfrm>
        </p:grpSpPr>
        <p:sp>
          <p:nvSpPr>
            <p:cNvPr id="23" name="Shape 21"/>
            <p:cNvSpPr/>
            <p:nvPr/>
          </p:nvSpPr>
          <p:spPr>
            <a:xfrm>
              <a:off x="411480" y="1894637"/>
              <a:ext cx="1007669" cy="1007669"/>
            </a:xfrm>
            <a:prstGeom prst="ellipse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11480" y="189463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11</a:t>
              </a:r>
              <a:endParaRPr lang="en-US" sz="2200" dirty="0"/>
            </a:p>
          </p:txBody>
        </p:sp>
      </p:grpSp>
      <p:grpSp>
        <p:nvGrpSpPr>
          <p:cNvPr id="511" name="Number 12"/>
          <p:cNvGrpSpPr/>
          <p:nvPr/>
        </p:nvGrpSpPr>
        <p:grpSpPr>
          <a:xfrm>
            <a:off x="1528877" y="1894637"/>
            <a:ext cx="1007669" cy="1007669"/>
            <a:chOff x="1528877" y="1894637"/>
            <a:chExt cx="1007669" cy="1007669"/>
          </a:xfrm>
        </p:grpSpPr>
        <p:sp>
          <p:nvSpPr>
            <p:cNvPr id="25" name="Shape 23"/>
            <p:cNvSpPr/>
            <p:nvPr/>
          </p:nvSpPr>
          <p:spPr>
            <a:xfrm>
              <a:off x="1528877" y="1894637"/>
              <a:ext cx="1007669" cy="1007669"/>
            </a:xfrm>
            <a:prstGeom prst="ellipse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1528877" y="189463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12</a:t>
              </a:r>
              <a:endParaRPr lang="en-US" sz="2200" dirty="0"/>
            </a:p>
          </p:txBody>
        </p:sp>
      </p:grpSp>
      <p:grpSp>
        <p:nvGrpSpPr>
          <p:cNvPr id="512" name="Number 13"/>
          <p:cNvGrpSpPr/>
          <p:nvPr/>
        </p:nvGrpSpPr>
        <p:grpSpPr>
          <a:xfrm>
            <a:off x="2646274" y="1894637"/>
            <a:ext cx="1007669" cy="1007669"/>
            <a:chOff x="2646274" y="1894637"/>
            <a:chExt cx="1007669" cy="1007669"/>
          </a:xfrm>
        </p:grpSpPr>
        <p:sp>
          <p:nvSpPr>
            <p:cNvPr id="27" name="Shape 25"/>
            <p:cNvSpPr/>
            <p:nvPr/>
          </p:nvSpPr>
          <p:spPr>
            <a:xfrm>
              <a:off x="2646274" y="1894637"/>
              <a:ext cx="1007669" cy="1007669"/>
            </a:xfrm>
            <a:prstGeom prst="ellipse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2646274" y="189463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13</a:t>
              </a:r>
              <a:endParaRPr lang="en-US" sz="2200" dirty="0"/>
            </a:p>
          </p:txBody>
        </p:sp>
      </p:grpSp>
      <p:grpSp>
        <p:nvGrpSpPr>
          <p:cNvPr id="513" name="Number 14"/>
          <p:cNvGrpSpPr/>
          <p:nvPr/>
        </p:nvGrpSpPr>
        <p:grpSpPr>
          <a:xfrm>
            <a:off x="3763670" y="1894637"/>
            <a:ext cx="1007669" cy="1007669"/>
            <a:chOff x="3763670" y="1894637"/>
            <a:chExt cx="1007669" cy="1007669"/>
          </a:xfrm>
        </p:grpSpPr>
        <p:sp>
          <p:nvSpPr>
            <p:cNvPr id="29" name="Shape 27"/>
            <p:cNvSpPr/>
            <p:nvPr/>
          </p:nvSpPr>
          <p:spPr>
            <a:xfrm>
              <a:off x="3763670" y="1894637"/>
              <a:ext cx="1007669" cy="1007669"/>
            </a:xfrm>
            <a:prstGeom prst="ellipse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3763670" y="189463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14</a:t>
              </a:r>
              <a:endParaRPr lang="en-US" sz="2200" dirty="0"/>
            </a:p>
          </p:txBody>
        </p:sp>
      </p:grpSp>
      <p:grpSp>
        <p:nvGrpSpPr>
          <p:cNvPr id="514" name="Number 15"/>
          <p:cNvGrpSpPr/>
          <p:nvPr/>
        </p:nvGrpSpPr>
        <p:grpSpPr>
          <a:xfrm>
            <a:off x="4881067" y="1894637"/>
            <a:ext cx="1007669" cy="1007669"/>
            <a:chOff x="4881067" y="1894637"/>
            <a:chExt cx="1007669" cy="1007669"/>
          </a:xfrm>
        </p:grpSpPr>
        <p:sp>
          <p:nvSpPr>
            <p:cNvPr id="31" name="Shape 29"/>
            <p:cNvSpPr/>
            <p:nvPr/>
          </p:nvSpPr>
          <p:spPr>
            <a:xfrm>
              <a:off x="4881067" y="1894637"/>
              <a:ext cx="1007669" cy="1007669"/>
            </a:xfrm>
            <a:prstGeom prst="ellipse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4881067" y="189463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15</a:t>
              </a:r>
              <a:endParaRPr lang="en-US" sz="2200" dirty="0"/>
            </a:p>
          </p:txBody>
        </p:sp>
      </p:grpSp>
      <p:grpSp>
        <p:nvGrpSpPr>
          <p:cNvPr id="515" name="Number 16"/>
          <p:cNvGrpSpPr/>
          <p:nvPr/>
        </p:nvGrpSpPr>
        <p:grpSpPr>
          <a:xfrm>
            <a:off x="5998464" y="1894637"/>
            <a:ext cx="1007669" cy="1007669"/>
            <a:chOff x="5998464" y="1894637"/>
            <a:chExt cx="1007669" cy="1007669"/>
          </a:xfrm>
        </p:grpSpPr>
        <p:sp>
          <p:nvSpPr>
            <p:cNvPr id="33" name="Shape 31"/>
            <p:cNvSpPr/>
            <p:nvPr/>
          </p:nvSpPr>
          <p:spPr>
            <a:xfrm>
              <a:off x="5998464" y="1894637"/>
              <a:ext cx="1007669" cy="1007669"/>
            </a:xfrm>
            <a:prstGeom prst="ellipse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5998464" y="189463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16</a:t>
              </a:r>
              <a:endParaRPr lang="en-US" sz="2200" dirty="0"/>
            </a:p>
          </p:txBody>
        </p:sp>
      </p:grpSp>
      <p:grpSp>
        <p:nvGrpSpPr>
          <p:cNvPr id="516" name="Number 17"/>
          <p:cNvGrpSpPr/>
          <p:nvPr/>
        </p:nvGrpSpPr>
        <p:grpSpPr>
          <a:xfrm>
            <a:off x="7115861" y="1894637"/>
            <a:ext cx="1007669" cy="1007669"/>
            <a:chOff x="7115861" y="1894637"/>
            <a:chExt cx="1007669" cy="1007669"/>
          </a:xfrm>
        </p:grpSpPr>
        <p:sp>
          <p:nvSpPr>
            <p:cNvPr id="35" name="Shape 33"/>
            <p:cNvSpPr/>
            <p:nvPr/>
          </p:nvSpPr>
          <p:spPr>
            <a:xfrm>
              <a:off x="7115861" y="1894637"/>
              <a:ext cx="1007669" cy="1007669"/>
            </a:xfrm>
            <a:prstGeom prst="ellipse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7115861" y="189463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17</a:t>
              </a:r>
              <a:endParaRPr lang="en-US" sz="2200" dirty="0"/>
            </a:p>
          </p:txBody>
        </p:sp>
      </p:grpSp>
      <p:grpSp>
        <p:nvGrpSpPr>
          <p:cNvPr id="517" name="Number 18"/>
          <p:cNvGrpSpPr/>
          <p:nvPr/>
        </p:nvGrpSpPr>
        <p:grpSpPr>
          <a:xfrm>
            <a:off x="8233258" y="1894637"/>
            <a:ext cx="1007669" cy="1007669"/>
            <a:chOff x="8233258" y="1894637"/>
            <a:chExt cx="1007669" cy="1007669"/>
          </a:xfrm>
        </p:grpSpPr>
        <p:sp>
          <p:nvSpPr>
            <p:cNvPr id="37" name="Shape 35"/>
            <p:cNvSpPr/>
            <p:nvPr/>
          </p:nvSpPr>
          <p:spPr>
            <a:xfrm>
              <a:off x="8233258" y="1894637"/>
              <a:ext cx="1007669" cy="1007669"/>
            </a:xfrm>
            <a:prstGeom prst="ellipse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8233258" y="189463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18</a:t>
              </a:r>
              <a:endParaRPr lang="en-US" sz="2200" dirty="0"/>
            </a:p>
          </p:txBody>
        </p:sp>
      </p:grpSp>
      <p:grpSp>
        <p:nvGrpSpPr>
          <p:cNvPr id="518" name="Number 19"/>
          <p:cNvGrpSpPr/>
          <p:nvPr/>
        </p:nvGrpSpPr>
        <p:grpSpPr>
          <a:xfrm>
            <a:off x="9350654" y="1894637"/>
            <a:ext cx="1007669" cy="1007669"/>
            <a:chOff x="9350654" y="1894637"/>
            <a:chExt cx="1007669" cy="1007669"/>
          </a:xfrm>
        </p:grpSpPr>
        <p:sp>
          <p:nvSpPr>
            <p:cNvPr id="39" name="Shape 37"/>
            <p:cNvSpPr/>
            <p:nvPr/>
          </p:nvSpPr>
          <p:spPr>
            <a:xfrm>
              <a:off x="9350654" y="1894637"/>
              <a:ext cx="1007669" cy="1007669"/>
            </a:xfrm>
            <a:prstGeom prst="ellipse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9350654" y="189463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19</a:t>
              </a:r>
              <a:endParaRPr lang="en-US" sz="2200" dirty="0"/>
            </a:p>
          </p:txBody>
        </p:sp>
      </p:grpSp>
      <p:grpSp>
        <p:nvGrpSpPr>
          <p:cNvPr id="519" name="Number 20"/>
          <p:cNvGrpSpPr/>
          <p:nvPr/>
        </p:nvGrpSpPr>
        <p:grpSpPr>
          <a:xfrm>
            <a:off x="10468051" y="1894637"/>
            <a:ext cx="1007669" cy="1007669"/>
            <a:chOff x="10468051" y="1894637"/>
            <a:chExt cx="1007669" cy="1007669"/>
          </a:xfrm>
        </p:grpSpPr>
        <p:sp>
          <p:nvSpPr>
            <p:cNvPr id="41" name="Shape 39"/>
            <p:cNvSpPr/>
            <p:nvPr/>
          </p:nvSpPr>
          <p:spPr>
            <a:xfrm>
              <a:off x="10468051" y="1894637"/>
              <a:ext cx="1007669" cy="1007669"/>
            </a:xfrm>
            <a:prstGeom prst="ellipse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10468051" y="189463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</a:t>
              </a:r>
              <a:endParaRPr lang="en-US" sz="2200" dirty="0"/>
            </a:p>
          </p:txBody>
        </p:sp>
      </p:grpSp>
      <p:grpSp>
        <p:nvGrpSpPr>
          <p:cNvPr id="520" name="Number 21"/>
          <p:cNvGrpSpPr/>
          <p:nvPr/>
        </p:nvGrpSpPr>
        <p:grpSpPr>
          <a:xfrm>
            <a:off x="411480" y="3012034"/>
            <a:ext cx="1007669" cy="1007669"/>
            <a:chOff x="411480" y="3012034"/>
            <a:chExt cx="1007669" cy="1007669"/>
          </a:xfrm>
        </p:grpSpPr>
        <p:sp>
          <p:nvSpPr>
            <p:cNvPr id="43" name="Shape 41"/>
            <p:cNvSpPr/>
            <p:nvPr/>
          </p:nvSpPr>
          <p:spPr>
            <a:xfrm>
              <a:off x="411480" y="3012034"/>
              <a:ext cx="1007669" cy="1007669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411480" y="301203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21</a:t>
              </a:r>
              <a:endParaRPr lang="en-US" sz="2200" dirty="0"/>
            </a:p>
          </p:txBody>
        </p:sp>
      </p:grpSp>
      <p:grpSp>
        <p:nvGrpSpPr>
          <p:cNvPr id="521" name="Number 22"/>
          <p:cNvGrpSpPr/>
          <p:nvPr/>
        </p:nvGrpSpPr>
        <p:grpSpPr>
          <a:xfrm>
            <a:off x="1528877" y="3012034"/>
            <a:ext cx="1007669" cy="1007669"/>
            <a:chOff x="1528877" y="3012034"/>
            <a:chExt cx="1007669" cy="1007669"/>
          </a:xfrm>
        </p:grpSpPr>
        <p:sp>
          <p:nvSpPr>
            <p:cNvPr id="45" name="Shape 43"/>
            <p:cNvSpPr/>
            <p:nvPr/>
          </p:nvSpPr>
          <p:spPr>
            <a:xfrm>
              <a:off x="1528877" y="3012034"/>
              <a:ext cx="1007669" cy="1007669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1528877" y="301203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22</a:t>
              </a:r>
              <a:endParaRPr lang="en-US" sz="2200" dirty="0"/>
            </a:p>
          </p:txBody>
        </p:sp>
      </p:grpSp>
      <p:grpSp>
        <p:nvGrpSpPr>
          <p:cNvPr id="522" name="Number 23"/>
          <p:cNvGrpSpPr/>
          <p:nvPr/>
        </p:nvGrpSpPr>
        <p:grpSpPr>
          <a:xfrm>
            <a:off x="2646274" y="3012034"/>
            <a:ext cx="1007669" cy="1007669"/>
            <a:chOff x="2646274" y="3012034"/>
            <a:chExt cx="1007669" cy="1007669"/>
          </a:xfrm>
        </p:grpSpPr>
        <p:sp>
          <p:nvSpPr>
            <p:cNvPr id="47" name="Shape 45"/>
            <p:cNvSpPr/>
            <p:nvPr/>
          </p:nvSpPr>
          <p:spPr>
            <a:xfrm>
              <a:off x="2646274" y="3012034"/>
              <a:ext cx="1007669" cy="1007669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2646274" y="301203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23</a:t>
              </a:r>
              <a:endParaRPr lang="en-US" sz="2200" dirty="0"/>
            </a:p>
          </p:txBody>
        </p:sp>
      </p:grpSp>
      <p:grpSp>
        <p:nvGrpSpPr>
          <p:cNvPr id="523" name="Number 24"/>
          <p:cNvGrpSpPr/>
          <p:nvPr/>
        </p:nvGrpSpPr>
        <p:grpSpPr>
          <a:xfrm>
            <a:off x="3763670" y="3012034"/>
            <a:ext cx="1007669" cy="1007669"/>
            <a:chOff x="3763670" y="3012034"/>
            <a:chExt cx="1007669" cy="1007669"/>
          </a:xfrm>
        </p:grpSpPr>
        <p:sp>
          <p:nvSpPr>
            <p:cNvPr id="49" name="Shape 47"/>
            <p:cNvSpPr/>
            <p:nvPr/>
          </p:nvSpPr>
          <p:spPr>
            <a:xfrm>
              <a:off x="3763670" y="3012034"/>
              <a:ext cx="1007669" cy="1007669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50" name="Text 48"/>
            <p:cNvSpPr/>
            <p:nvPr/>
          </p:nvSpPr>
          <p:spPr>
            <a:xfrm>
              <a:off x="3763670" y="301203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24</a:t>
              </a:r>
              <a:endParaRPr lang="en-US" sz="2200" dirty="0"/>
            </a:p>
          </p:txBody>
        </p:sp>
      </p:grpSp>
      <p:grpSp>
        <p:nvGrpSpPr>
          <p:cNvPr id="524" name="Number 25"/>
          <p:cNvGrpSpPr/>
          <p:nvPr/>
        </p:nvGrpSpPr>
        <p:grpSpPr>
          <a:xfrm>
            <a:off x="4881067" y="3012034"/>
            <a:ext cx="1007669" cy="1007669"/>
            <a:chOff x="4881067" y="3012034"/>
            <a:chExt cx="1007669" cy="1007669"/>
          </a:xfrm>
        </p:grpSpPr>
        <p:sp>
          <p:nvSpPr>
            <p:cNvPr id="51" name="Shape 49"/>
            <p:cNvSpPr/>
            <p:nvPr/>
          </p:nvSpPr>
          <p:spPr>
            <a:xfrm>
              <a:off x="4881067" y="3012034"/>
              <a:ext cx="1007669" cy="1007669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52" name="Text 50"/>
            <p:cNvSpPr/>
            <p:nvPr/>
          </p:nvSpPr>
          <p:spPr>
            <a:xfrm>
              <a:off x="4881067" y="301203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25</a:t>
              </a:r>
              <a:endParaRPr lang="en-US" sz="2200" dirty="0"/>
            </a:p>
          </p:txBody>
        </p:sp>
      </p:grpSp>
      <p:grpSp>
        <p:nvGrpSpPr>
          <p:cNvPr id="525" name="Number 26"/>
          <p:cNvGrpSpPr/>
          <p:nvPr/>
        </p:nvGrpSpPr>
        <p:grpSpPr>
          <a:xfrm>
            <a:off x="5998464" y="3012034"/>
            <a:ext cx="1007669" cy="1007669"/>
            <a:chOff x="5998464" y="3012034"/>
            <a:chExt cx="1007669" cy="1007669"/>
          </a:xfrm>
        </p:grpSpPr>
        <p:sp>
          <p:nvSpPr>
            <p:cNvPr id="53" name="Shape 51"/>
            <p:cNvSpPr/>
            <p:nvPr/>
          </p:nvSpPr>
          <p:spPr>
            <a:xfrm>
              <a:off x="5998464" y="3012034"/>
              <a:ext cx="1007669" cy="1007669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5998464" y="301203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26</a:t>
              </a:r>
              <a:endParaRPr lang="en-US" sz="2200" dirty="0"/>
            </a:p>
          </p:txBody>
        </p:sp>
      </p:grpSp>
      <p:grpSp>
        <p:nvGrpSpPr>
          <p:cNvPr id="526" name="Number 27"/>
          <p:cNvGrpSpPr/>
          <p:nvPr/>
        </p:nvGrpSpPr>
        <p:grpSpPr>
          <a:xfrm>
            <a:off x="7115861" y="3012034"/>
            <a:ext cx="1007669" cy="1007669"/>
            <a:chOff x="7115861" y="3012034"/>
            <a:chExt cx="1007669" cy="1007669"/>
          </a:xfrm>
        </p:grpSpPr>
        <p:sp>
          <p:nvSpPr>
            <p:cNvPr id="55" name="Shape 53"/>
            <p:cNvSpPr/>
            <p:nvPr/>
          </p:nvSpPr>
          <p:spPr>
            <a:xfrm>
              <a:off x="7115861" y="3012034"/>
              <a:ext cx="1007669" cy="1007669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56" name="Text 54"/>
            <p:cNvSpPr/>
            <p:nvPr/>
          </p:nvSpPr>
          <p:spPr>
            <a:xfrm>
              <a:off x="7115861" y="301203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27</a:t>
              </a:r>
              <a:endParaRPr lang="en-US" sz="2200" dirty="0"/>
            </a:p>
          </p:txBody>
        </p:sp>
      </p:grpSp>
      <p:grpSp>
        <p:nvGrpSpPr>
          <p:cNvPr id="527" name="Number 28"/>
          <p:cNvGrpSpPr/>
          <p:nvPr/>
        </p:nvGrpSpPr>
        <p:grpSpPr>
          <a:xfrm>
            <a:off x="8233258" y="3012034"/>
            <a:ext cx="1007669" cy="1007669"/>
            <a:chOff x="8233258" y="3012034"/>
            <a:chExt cx="1007669" cy="1007669"/>
          </a:xfrm>
        </p:grpSpPr>
        <p:sp>
          <p:nvSpPr>
            <p:cNvPr id="57" name="Shape 55"/>
            <p:cNvSpPr/>
            <p:nvPr/>
          </p:nvSpPr>
          <p:spPr>
            <a:xfrm>
              <a:off x="8233258" y="3012034"/>
              <a:ext cx="1007669" cy="1007669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58" name="Text 56"/>
            <p:cNvSpPr/>
            <p:nvPr/>
          </p:nvSpPr>
          <p:spPr>
            <a:xfrm>
              <a:off x="8233258" y="301203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28</a:t>
              </a:r>
              <a:endParaRPr lang="en-US" sz="2200" dirty="0"/>
            </a:p>
          </p:txBody>
        </p:sp>
      </p:grpSp>
      <p:grpSp>
        <p:nvGrpSpPr>
          <p:cNvPr id="528" name="Number 29"/>
          <p:cNvGrpSpPr/>
          <p:nvPr/>
        </p:nvGrpSpPr>
        <p:grpSpPr>
          <a:xfrm>
            <a:off x="9350654" y="3012034"/>
            <a:ext cx="1007669" cy="1007669"/>
            <a:chOff x="9350654" y="3012034"/>
            <a:chExt cx="1007669" cy="1007669"/>
          </a:xfrm>
        </p:grpSpPr>
        <p:sp>
          <p:nvSpPr>
            <p:cNvPr id="59" name="Shape 57"/>
            <p:cNvSpPr/>
            <p:nvPr/>
          </p:nvSpPr>
          <p:spPr>
            <a:xfrm>
              <a:off x="9350654" y="3012034"/>
              <a:ext cx="1007669" cy="1007669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60" name="Text 58"/>
            <p:cNvSpPr/>
            <p:nvPr/>
          </p:nvSpPr>
          <p:spPr>
            <a:xfrm>
              <a:off x="9350654" y="301203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29</a:t>
              </a:r>
              <a:endParaRPr lang="en-US" sz="2200" dirty="0"/>
            </a:p>
          </p:txBody>
        </p:sp>
      </p:grpSp>
      <p:grpSp>
        <p:nvGrpSpPr>
          <p:cNvPr id="529" name="Number 30"/>
          <p:cNvGrpSpPr/>
          <p:nvPr/>
        </p:nvGrpSpPr>
        <p:grpSpPr>
          <a:xfrm>
            <a:off x="10468051" y="3012034"/>
            <a:ext cx="1007669" cy="1007669"/>
            <a:chOff x="10468051" y="3012034"/>
            <a:chExt cx="1007669" cy="1007669"/>
          </a:xfrm>
        </p:grpSpPr>
        <p:sp>
          <p:nvSpPr>
            <p:cNvPr id="61" name="Shape 59"/>
            <p:cNvSpPr/>
            <p:nvPr/>
          </p:nvSpPr>
          <p:spPr>
            <a:xfrm>
              <a:off x="10468051" y="3012034"/>
              <a:ext cx="1007669" cy="1007669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62" name="Text 60"/>
            <p:cNvSpPr/>
            <p:nvPr/>
          </p:nvSpPr>
          <p:spPr>
            <a:xfrm>
              <a:off x="10468051" y="301203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30</a:t>
              </a:r>
              <a:endParaRPr lang="en-US" sz="2200" dirty="0"/>
            </a:p>
          </p:txBody>
        </p:sp>
      </p:grpSp>
      <p:grpSp>
        <p:nvGrpSpPr>
          <p:cNvPr id="530" name="Number 31"/>
          <p:cNvGrpSpPr/>
          <p:nvPr/>
        </p:nvGrpSpPr>
        <p:grpSpPr>
          <a:xfrm>
            <a:off x="411480" y="4129430"/>
            <a:ext cx="1007669" cy="1007669"/>
            <a:chOff x="411480" y="4129430"/>
            <a:chExt cx="1007669" cy="1007669"/>
          </a:xfrm>
        </p:grpSpPr>
        <p:sp>
          <p:nvSpPr>
            <p:cNvPr id="63" name="Shape 61"/>
            <p:cNvSpPr/>
            <p:nvPr/>
          </p:nvSpPr>
          <p:spPr>
            <a:xfrm>
              <a:off x="411480" y="4129430"/>
              <a:ext cx="1007669" cy="1007669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64" name="Text 62"/>
            <p:cNvSpPr/>
            <p:nvPr/>
          </p:nvSpPr>
          <p:spPr>
            <a:xfrm>
              <a:off x="411480" y="412943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111827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31</a:t>
              </a:r>
              <a:endParaRPr lang="en-US" sz="2200" dirty="0"/>
            </a:p>
          </p:txBody>
        </p:sp>
      </p:grpSp>
      <p:grpSp>
        <p:nvGrpSpPr>
          <p:cNvPr id="531" name="Number 32"/>
          <p:cNvGrpSpPr/>
          <p:nvPr/>
        </p:nvGrpSpPr>
        <p:grpSpPr>
          <a:xfrm>
            <a:off x="1528877" y="4129430"/>
            <a:ext cx="1007669" cy="1007669"/>
            <a:chOff x="1528877" y="4129430"/>
            <a:chExt cx="1007669" cy="1007669"/>
          </a:xfrm>
        </p:grpSpPr>
        <p:sp>
          <p:nvSpPr>
            <p:cNvPr id="65" name="Shape 63"/>
            <p:cNvSpPr/>
            <p:nvPr/>
          </p:nvSpPr>
          <p:spPr>
            <a:xfrm>
              <a:off x="1528877" y="4129430"/>
              <a:ext cx="1007669" cy="1007669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66" name="Text 64"/>
            <p:cNvSpPr/>
            <p:nvPr/>
          </p:nvSpPr>
          <p:spPr>
            <a:xfrm>
              <a:off x="1528877" y="412943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111827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32</a:t>
              </a:r>
              <a:endParaRPr lang="en-US" sz="2200" dirty="0"/>
            </a:p>
          </p:txBody>
        </p:sp>
      </p:grpSp>
      <p:grpSp>
        <p:nvGrpSpPr>
          <p:cNvPr id="532" name="Number 33"/>
          <p:cNvGrpSpPr/>
          <p:nvPr/>
        </p:nvGrpSpPr>
        <p:grpSpPr>
          <a:xfrm>
            <a:off x="2646274" y="4129430"/>
            <a:ext cx="1007669" cy="1007669"/>
            <a:chOff x="2646274" y="4129430"/>
            <a:chExt cx="1007669" cy="1007669"/>
          </a:xfrm>
        </p:grpSpPr>
        <p:sp>
          <p:nvSpPr>
            <p:cNvPr id="67" name="Shape 65"/>
            <p:cNvSpPr/>
            <p:nvPr/>
          </p:nvSpPr>
          <p:spPr>
            <a:xfrm>
              <a:off x="2646274" y="4129430"/>
              <a:ext cx="1007669" cy="1007669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68" name="Text 66"/>
            <p:cNvSpPr/>
            <p:nvPr/>
          </p:nvSpPr>
          <p:spPr>
            <a:xfrm>
              <a:off x="2646274" y="412943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111827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33</a:t>
              </a:r>
              <a:endParaRPr lang="en-US" sz="2200" dirty="0"/>
            </a:p>
          </p:txBody>
        </p:sp>
      </p:grpSp>
      <p:grpSp>
        <p:nvGrpSpPr>
          <p:cNvPr id="533" name="Number 34"/>
          <p:cNvGrpSpPr/>
          <p:nvPr/>
        </p:nvGrpSpPr>
        <p:grpSpPr>
          <a:xfrm>
            <a:off x="3763670" y="4129430"/>
            <a:ext cx="1007669" cy="1007669"/>
            <a:chOff x="3763670" y="4129430"/>
            <a:chExt cx="1007669" cy="1007669"/>
          </a:xfrm>
        </p:grpSpPr>
        <p:sp>
          <p:nvSpPr>
            <p:cNvPr id="69" name="Shape 67"/>
            <p:cNvSpPr/>
            <p:nvPr/>
          </p:nvSpPr>
          <p:spPr>
            <a:xfrm>
              <a:off x="3763670" y="4129430"/>
              <a:ext cx="1007669" cy="1007669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70" name="Text 68"/>
            <p:cNvSpPr/>
            <p:nvPr/>
          </p:nvSpPr>
          <p:spPr>
            <a:xfrm>
              <a:off x="3763670" y="412943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111827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34</a:t>
              </a:r>
              <a:endParaRPr lang="en-US" sz="2200" dirty="0"/>
            </a:p>
          </p:txBody>
        </p:sp>
      </p:grpSp>
      <p:grpSp>
        <p:nvGrpSpPr>
          <p:cNvPr id="534" name="Number 35"/>
          <p:cNvGrpSpPr/>
          <p:nvPr/>
        </p:nvGrpSpPr>
        <p:grpSpPr>
          <a:xfrm>
            <a:off x="4881067" y="4129430"/>
            <a:ext cx="1007669" cy="1007669"/>
            <a:chOff x="4881067" y="4129430"/>
            <a:chExt cx="1007669" cy="1007669"/>
          </a:xfrm>
        </p:grpSpPr>
        <p:sp>
          <p:nvSpPr>
            <p:cNvPr id="71" name="Shape 69"/>
            <p:cNvSpPr/>
            <p:nvPr/>
          </p:nvSpPr>
          <p:spPr>
            <a:xfrm>
              <a:off x="4881067" y="4129430"/>
              <a:ext cx="1007669" cy="1007669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72" name="Text 70"/>
            <p:cNvSpPr/>
            <p:nvPr/>
          </p:nvSpPr>
          <p:spPr>
            <a:xfrm>
              <a:off x="4881067" y="412943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111827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35</a:t>
              </a:r>
              <a:endParaRPr lang="en-US" sz="2200" dirty="0"/>
            </a:p>
          </p:txBody>
        </p:sp>
      </p:grpSp>
      <p:grpSp>
        <p:nvGrpSpPr>
          <p:cNvPr id="535" name="Number 36"/>
          <p:cNvGrpSpPr/>
          <p:nvPr/>
        </p:nvGrpSpPr>
        <p:grpSpPr>
          <a:xfrm>
            <a:off x="5998464" y="4129430"/>
            <a:ext cx="1007669" cy="1007669"/>
            <a:chOff x="5998464" y="4129430"/>
            <a:chExt cx="1007669" cy="1007669"/>
          </a:xfrm>
        </p:grpSpPr>
        <p:sp>
          <p:nvSpPr>
            <p:cNvPr id="73" name="Shape 71"/>
            <p:cNvSpPr/>
            <p:nvPr/>
          </p:nvSpPr>
          <p:spPr>
            <a:xfrm>
              <a:off x="5998464" y="4129430"/>
              <a:ext cx="1007669" cy="1007669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74" name="Text 72"/>
            <p:cNvSpPr/>
            <p:nvPr/>
          </p:nvSpPr>
          <p:spPr>
            <a:xfrm>
              <a:off x="5998464" y="412943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111827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36</a:t>
              </a:r>
              <a:endParaRPr lang="en-US" sz="2200" dirty="0"/>
            </a:p>
          </p:txBody>
        </p:sp>
      </p:grpSp>
      <p:grpSp>
        <p:nvGrpSpPr>
          <p:cNvPr id="536" name="Number 37"/>
          <p:cNvGrpSpPr/>
          <p:nvPr/>
        </p:nvGrpSpPr>
        <p:grpSpPr>
          <a:xfrm>
            <a:off x="7115861" y="4129430"/>
            <a:ext cx="1007669" cy="1007669"/>
            <a:chOff x="7115861" y="4129430"/>
            <a:chExt cx="1007669" cy="1007669"/>
          </a:xfrm>
        </p:grpSpPr>
        <p:sp>
          <p:nvSpPr>
            <p:cNvPr id="75" name="Shape 73"/>
            <p:cNvSpPr/>
            <p:nvPr/>
          </p:nvSpPr>
          <p:spPr>
            <a:xfrm>
              <a:off x="7115861" y="4129430"/>
              <a:ext cx="1007669" cy="1007669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76" name="Text 74"/>
            <p:cNvSpPr/>
            <p:nvPr/>
          </p:nvSpPr>
          <p:spPr>
            <a:xfrm>
              <a:off x="7115861" y="412943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111827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37</a:t>
              </a:r>
              <a:endParaRPr lang="en-US" sz="2200" dirty="0"/>
            </a:p>
          </p:txBody>
        </p:sp>
      </p:grpSp>
      <p:grpSp>
        <p:nvGrpSpPr>
          <p:cNvPr id="537" name="Number 38"/>
          <p:cNvGrpSpPr/>
          <p:nvPr/>
        </p:nvGrpSpPr>
        <p:grpSpPr>
          <a:xfrm>
            <a:off x="8233258" y="4129430"/>
            <a:ext cx="1007669" cy="1007669"/>
            <a:chOff x="8233258" y="4129430"/>
            <a:chExt cx="1007669" cy="1007669"/>
          </a:xfrm>
        </p:grpSpPr>
        <p:sp>
          <p:nvSpPr>
            <p:cNvPr id="77" name="Shape 75"/>
            <p:cNvSpPr/>
            <p:nvPr/>
          </p:nvSpPr>
          <p:spPr>
            <a:xfrm>
              <a:off x="8233258" y="4129430"/>
              <a:ext cx="1007669" cy="1007669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78" name="Text 76"/>
            <p:cNvSpPr/>
            <p:nvPr/>
          </p:nvSpPr>
          <p:spPr>
            <a:xfrm>
              <a:off x="8233258" y="412943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111827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38</a:t>
              </a:r>
              <a:endParaRPr lang="en-US" sz="2200" dirty="0"/>
            </a:p>
          </p:txBody>
        </p:sp>
      </p:grpSp>
      <p:grpSp>
        <p:nvGrpSpPr>
          <p:cNvPr id="538" name="Number 39"/>
          <p:cNvGrpSpPr/>
          <p:nvPr/>
        </p:nvGrpSpPr>
        <p:grpSpPr>
          <a:xfrm>
            <a:off x="9350654" y="4129430"/>
            <a:ext cx="1007669" cy="1007669"/>
            <a:chOff x="9350654" y="4129430"/>
            <a:chExt cx="1007669" cy="1007669"/>
          </a:xfrm>
        </p:grpSpPr>
        <p:sp>
          <p:nvSpPr>
            <p:cNvPr id="79" name="Shape 77"/>
            <p:cNvSpPr/>
            <p:nvPr/>
          </p:nvSpPr>
          <p:spPr>
            <a:xfrm>
              <a:off x="9350654" y="4129430"/>
              <a:ext cx="1007669" cy="1007669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80" name="Text 78"/>
            <p:cNvSpPr/>
            <p:nvPr/>
          </p:nvSpPr>
          <p:spPr>
            <a:xfrm>
              <a:off x="9350654" y="412943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111827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39</a:t>
              </a:r>
              <a:endParaRPr lang="en-US" sz="2200" dirty="0"/>
            </a:p>
          </p:txBody>
        </p:sp>
      </p:grpSp>
      <p:grpSp>
        <p:nvGrpSpPr>
          <p:cNvPr id="539" name="Number 40"/>
          <p:cNvGrpSpPr/>
          <p:nvPr/>
        </p:nvGrpSpPr>
        <p:grpSpPr>
          <a:xfrm>
            <a:off x="10468051" y="4129430"/>
            <a:ext cx="1007669" cy="1007669"/>
            <a:chOff x="10468051" y="4129430"/>
            <a:chExt cx="1007669" cy="1007669"/>
          </a:xfrm>
        </p:grpSpPr>
        <p:sp>
          <p:nvSpPr>
            <p:cNvPr id="81" name="Shape 79"/>
            <p:cNvSpPr/>
            <p:nvPr/>
          </p:nvSpPr>
          <p:spPr>
            <a:xfrm>
              <a:off x="10468051" y="4129430"/>
              <a:ext cx="1007669" cy="1007669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82" name="Text 80"/>
            <p:cNvSpPr/>
            <p:nvPr/>
          </p:nvSpPr>
          <p:spPr>
            <a:xfrm>
              <a:off x="10468051" y="4129430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111827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40</a:t>
              </a:r>
              <a:endParaRPr lang="en-US" sz="2200" dirty="0"/>
            </a:p>
          </p:txBody>
        </p:sp>
      </p:grpSp>
      <p:grpSp>
        <p:nvGrpSpPr>
          <p:cNvPr id="540" name="Number 41"/>
          <p:cNvGrpSpPr/>
          <p:nvPr/>
        </p:nvGrpSpPr>
        <p:grpSpPr>
          <a:xfrm>
            <a:off x="411480" y="5246827"/>
            <a:ext cx="1007669" cy="1007669"/>
            <a:chOff x="411480" y="5246827"/>
            <a:chExt cx="1007669" cy="1007669"/>
          </a:xfrm>
        </p:grpSpPr>
        <p:sp>
          <p:nvSpPr>
            <p:cNvPr id="83" name="Shape 81"/>
            <p:cNvSpPr/>
            <p:nvPr/>
          </p:nvSpPr>
          <p:spPr>
            <a:xfrm>
              <a:off x="411480" y="5246827"/>
              <a:ext cx="1007669" cy="1007669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84" name="Text 82"/>
            <p:cNvSpPr/>
            <p:nvPr/>
          </p:nvSpPr>
          <p:spPr>
            <a:xfrm>
              <a:off x="411480" y="524682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41</a:t>
              </a:r>
              <a:endParaRPr lang="en-US" sz="2200" dirty="0"/>
            </a:p>
          </p:txBody>
        </p:sp>
      </p:grpSp>
      <p:grpSp>
        <p:nvGrpSpPr>
          <p:cNvPr id="541" name="Number 42"/>
          <p:cNvGrpSpPr/>
          <p:nvPr/>
        </p:nvGrpSpPr>
        <p:grpSpPr>
          <a:xfrm>
            <a:off x="1528877" y="5246827"/>
            <a:ext cx="1007669" cy="1007669"/>
            <a:chOff x="1528877" y="5246827"/>
            <a:chExt cx="1007669" cy="1007669"/>
          </a:xfrm>
        </p:grpSpPr>
        <p:sp>
          <p:nvSpPr>
            <p:cNvPr id="85" name="Shape 83"/>
            <p:cNvSpPr/>
            <p:nvPr/>
          </p:nvSpPr>
          <p:spPr>
            <a:xfrm>
              <a:off x="1528877" y="5246827"/>
              <a:ext cx="1007669" cy="1007669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86" name="Text 84"/>
            <p:cNvSpPr/>
            <p:nvPr/>
          </p:nvSpPr>
          <p:spPr>
            <a:xfrm>
              <a:off x="1528877" y="524682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42</a:t>
              </a:r>
              <a:endParaRPr lang="en-US" sz="2200" dirty="0"/>
            </a:p>
          </p:txBody>
        </p:sp>
      </p:grpSp>
      <p:grpSp>
        <p:nvGrpSpPr>
          <p:cNvPr id="542" name="Number 43"/>
          <p:cNvGrpSpPr/>
          <p:nvPr/>
        </p:nvGrpSpPr>
        <p:grpSpPr>
          <a:xfrm>
            <a:off x="2646274" y="5246827"/>
            <a:ext cx="1007669" cy="1007669"/>
            <a:chOff x="2646274" y="5246827"/>
            <a:chExt cx="1007669" cy="1007669"/>
          </a:xfrm>
        </p:grpSpPr>
        <p:sp>
          <p:nvSpPr>
            <p:cNvPr id="87" name="Shape 85"/>
            <p:cNvSpPr/>
            <p:nvPr/>
          </p:nvSpPr>
          <p:spPr>
            <a:xfrm>
              <a:off x="2646274" y="5246827"/>
              <a:ext cx="1007669" cy="1007669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88" name="Text 86"/>
            <p:cNvSpPr/>
            <p:nvPr/>
          </p:nvSpPr>
          <p:spPr>
            <a:xfrm>
              <a:off x="2646274" y="524682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43</a:t>
              </a:r>
              <a:endParaRPr lang="en-US" sz="2200" dirty="0"/>
            </a:p>
          </p:txBody>
        </p:sp>
      </p:grpSp>
      <p:grpSp>
        <p:nvGrpSpPr>
          <p:cNvPr id="543" name="Number 44"/>
          <p:cNvGrpSpPr/>
          <p:nvPr/>
        </p:nvGrpSpPr>
        <p:grpSpPr>
          <a:xfrm>
            <a:off x="3763670" y="5246827"/>
            <a:ext cx="1007669" cy="1007669"/>
            <a:chOff x="3763670" y="5246827"/>
            <a:chExt cx="1007669" cy="1007669"/>
          </a:xfrm>
        </p:grpSpPr>
        <p:sp>
          <p:nvSpPr>
            <p:cNvPr id="89" name="Shape 87"/>
            <p:cNvSpPr/>
            <p:nvPr/>
          </p:nvSpPr>
          <p:spPr>
            <a:xfrm>
              <a:off x="3763670" y="5246827"/>
              <a:ext cx="1007669" cy="1007669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90" name="Text 88"/>
            <p:cNvSpPr/>
            <p:nvPr/>
          </p:nvSpPr>
          <p:spPr>
            <a:xfrm>
              <a:off x="3763670" y="524682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44</a:t>
              </a:r>
              <a:endParaRPr lang="en-US" sz="2200" dirty="0"/>
            </a:p>
          </p:txBody>
        </p:sp>
      </p:grpSp>
      <p:grpSp>
        <p:nvGrpSpPr>
          <p:cNvPr id="544" name="Number 45"/>
          <p:cNvGrpSpPr/>
          <p:nvPr/>
        </p:nvGrpSpPr>
        <p:grpSpPr>
          <a:xfrm>
            <a:off x="4881067" y="5246827"/>
            <a:ext cx="1007669" cy="1007669"/>
            <a:chOff x="4881067" y="5246827"/>
            <a:chExt cx="1007669" cy="1007669"/>
          </a:xfrm>
        </p:grpSpPr>
        <p:sp>
          <p:nvSpPr>
            <p:cNvPr id="91" name="Shape 89"/>
            <p:cNvSpPr/>
            <p:nvPr/>
          </p:nvSpPr>
          <p:spPr>
            <a:xfrm>
              <a:off x="4881067" y="5246827"/>
              <a:ext cx="1007669" cy="1007669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92" name="Text 90"/>
            <p:cNvSpPr/>
            <p:nvPr/>
          </p:nvSpPr>
          <p:spPr>
            <a:xfrm>
              <a:off x="4881067" y="524682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45</a:t>
              </a:r>
              <a:endParaRPr lang="en-US" sz="2200" dirty="0"/>
            </a:p>
          </p:txBody>
        </p:sp>
      </p:grpSp>
      <p:grpSp>
        <p:nvGrpSpPr>
          <p:cNvPr id="545" name="Number 46"/>
          <p:cNvGrpSpPr/>
          <p:nvPr/>
        </p:nvGrpSpPr>
        <p:grpSpPr>
          <a:xfrm>
            <a:off x="5998464" y="5246827"/>
            <a:ext cx="1007669" cy="1007669"/>
            <a:chOff x="5998464" y="5246827"/>
            <a:chExt cx="1007669" cy="1007669"/>
          </a:xfrm>
        </p:grpSpPr>
        <p:sp>
          <p:nvSpPr>
            <p:cNvPr id="93" name="Shape 91"/>
            <p:cNvSpPr/>
            <p:nvPr/>
          </p:nvSpPr>
          <p:spPr>
            <a:xfrm>
              <a:off x="5998464" y="5246827"/>
              <a:ext cx="1007669" cy="1007669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94" name="Text 92"/>
            <p:cNvSpPr/>
            <p:nvPr/>
          </p:nvSpPr>
          <p:spPr>
            <a:xfrm>
              <a:off x="5998464" y="524682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46</a:t>
              </a:r>
              <a:endParaRPr lang="en-US" sz="2200" dirty="0"/>
            </a:p>
          </p:txBody>
        </p:sp>
      </p:grpSp>
      <p:grpSp>
        <p:nvGrpSpPr>
          <p:cNvPr id="546" name="Number 47"/>
          <p:cNvGrpSpPr/>
          <p:nvPr/>
        </p:nvGrpSpPr>
        <p:grpSpPr>
          <a:xfrm>
            <a:off x="7115861" y="5246827"/>
            <a:ext cx="1007669" cy="1007669"/>
            <a:chOff x="7115861" y="5246827"/>
            <a:chExt cx="1007669" cy="1007669"/>
          </a:xfrm>
        </p:grpSpPr>
        <p:sp>
          <p:nvSpPr>
            <p:cNvPr id="95" name="Shape 93"/>
            <p:cNvSpPr/>
            <p:nvPr/>
          </p:nvSpPr>
          <p:spPr>
            <a:xfrm>
              <a:off x="7115861" y="5246827"/>
              <a:ext cx="1007669" cy="1007669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96" name="Text 94"/>
            <p:cNvSpPr/>
            <p:nvPr/>
          </p:nvSpPr>
          <p:spPr>
            <a:xfrm>
              <a:off x="7115861" y="524682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47</a:t>
              </a:r>
              <a:endParaRPr lang="en-US" sz="2200" dirty="0"/>
            </a:p>
          </p:txBody>
        </p:sp>
      </p:grpSp>
      <p:grpSp>
        <p:nvGrpSpPr>
          <p:cNvPr id="547" name="Number 48"/>
          <p:cNvGrpSpPr/>
          <p:nvPr/>
        </p:nvGrpSpPr>
        <p:grpSpPr>
          <a:xfrm>
            <a:off x="8233258" y="5246827"/>
            <a:ext cx="1007669" cy="1007669"/>
            <a:chOff x="8233258" y="5246827"/>
            <a:chExt cx="1007669" cy="1007669"/>
          </a:xfrm>
        </p:grpSpPr>
        <p:sp>
          <p:nvSpPr>
            <p:cNvPr id="97" name="Shape 95"/>
            <p:cNvSpPr/>
            <p:nvPr/>
          </p:nvSpPr>
          <p:spPr>
            <a:xfrm>
              <a:off x="8233258" y="5246827"/>
              <a:ext cx="1007669" cy="1007669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98" name="Text 96"/>
            <p:cNvSpPr/>
            <p:nvPr/>
          </p:nvSpPr>
          <p:spPr>
            <a:xfrm>
              <a:off x="8233258" y="524682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48</a:t>
              </a:r>
              <a:endParaRPr lang="en-US" sz="2200" dirty="0"/>
            </a:p>
          </p:txBody>
        </p:sp>
      </p:grpSp>
      <p:grpSp>
        <p:nvGrpSpPr>
          <p:cNvPr id="548" name="Number 49"/>
          <p:cNvGrpSpPr/>
          <p:nvPr/>
        </p:nvGrpSpPr>
        <p:grpSpPr>
          <a:xfrm>
            <a:off x="9350654" y="5246827"/>
            <a:ext cx="1007669" cy="1007669"/>
            <a:chOff x="9350654" y="5246827"/>
            <a:chExt cx="1007669" cy="1007669"/>
          </a:xfrm>
        </p:grpSpPr>
        <p:sp>
          <p:nvSpPr>
            <p:cNvPr id="99" name="Shape 97"/>
            <p:cNvSpPr/>
            <p:nvPr/>
          </p:nvSpPr>
          <p:spPr>
            <a:xfrm>
              <a:off x="9350654" y="5246827"/>
              <a:ext cx="1007669" cy="1007669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100" name="Text 98"/>
            <p:cNvSpPr/>
            <p:nvPr/>
          </p:nvSpPr>
          <p:spPr>
            <a:xfrm>
              <a:off x="9350654" y="524682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49</a:t>
              </a:r>
              <a:endParaRPr lang="en-US" sz="2200" dirty="0"/>
            </a:p>
          </p:txBody>
        </p:sp>
      </p:grpSp>
      <p:grpSp>
        <p:nvGrpSpPr>
          <p:cNvPr id="549" name="Number 50"/>
          <p:cNvGrpSpPr/>
          <p:nvPr/>
        </p:nvGrpSpPr>
        <p:grpSpPr>
          <a:xfrm>
            <a:off x="10468051" y="5246827"/>
            <a:ext cx="1007669" cy="1007669"/>
            <a:chOff x="10468051" y="5246827"/>
            <a:chExt cx="1007669" cy="1007669"/>
          </a:xfrm>
        </p:grpSpPr>
        <p:sp>
          <p:nvSpPr>
            <p:cNvPr id="101" name="Shape 99"/>
            <p:cNvSpPr/>
            <p:nvPr/>
          </p:nvSpPr>
          <p:spPr>
            <a:xfrm>
              <a:off x="10468051" y="5246827"/>
              <a:ext cx="1007669" cy="1007669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102" name="Text 100"/>
            <p:cNvSpPr/>
            <p:nvPr/>
          </p:nvSpPr>
          <p:spPr>
            <a:xfrm>
              <a:off x="10468051" y="5246827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50</a:t>
              </a:r>
              <a:endParaRPr lang="en-US" sz="2200" dirty="0"/>
            </a:p>
          </p:txBody>
        </p:sp>
      </p:grpSp>
      <p:grpSp>
        <p:nvGrpSpPr>
          <p:cNvPr id="550" name="Number 51"/>
          <p:cNvGrpSpPr/>
          <p:nvPr/>
        </p:nvGrpSpPr>
        <p:grpSpPr>
          <a:xfrm>
            <a:off x="411480" y="6364224"/>
            <a:ext cx="1007669" cy="1007669"/>
            <a:chOff x="411480" y="6364224"/>
            <a:chExt cx="1007669" cy="1007669"/>
          </a:xfrm>
        </p:grpSpPr>
        <p:sp>
          <p:nvSpPr>
            <p:cNvPr id="103" name="Shape 101"/>
            <p:cNvSpPr/>
            <p:nvPr/>
          </p:nvSpPr>
          <p:spPr>
            <a:xfrm>
              <a:off x="411480" y="6364224"/>
              <a:ext cx="1007669" cy="1007669"/>
            </a:xfrm>
            <a:prstGeom prst="ellipse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04" name="Text 102"/>
            <p:cNvSpPr/>
            <p:nvPr/>
          </p:nvSpPr>
          <p:spPr>
            <a:xfrm>
              <a:off x="411480" y="636422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51</a:t>
              </a:r>
              <a:endParaRPr lang="en-US" sz="2200" dirty="0"/>
            </a:p>
          </p:txBody>
        </p:sp>
      </p:grpSp>
      <p:grpSp>
        <p:nvGrpSpPr>
          <p:cNvPr id="551" name="Number 52"/>
          <p:cNvGrpSpPr/>
          <p:nvPr/>
        </p:nvGrpSpPr>
        <p:grpSpPr>
          <a:xfrm>
            <a:off x="1528877" y="6364224"/>
            <a:ext cx="1007669" cy="1007669"/>
            <a:chOff x="1528877" y="6364224"/>
            <a:chExt cx="1007669" cy="1007669"/>
          </a:xfrm>
        </p:grpSpPr>
        <p:sp>
          <p:nvSpPr>
            <p:cNvPr id="105" name="Shape 103"/>
            <p:cNvSpPr/>
            <p:nvPr/>
          </p:nvSpPr>
          <p:spPr>
            <a:xfrm>
              <a:off x="1528877" y="6364224"/>
              <a:ext cx="1007669" cy="1007669"/>
            </a:xfrm>
            <a:prstGeom prst="ellipse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06" name="Text 104"/>
            <p:cNvSpPr/>
            <p:nvPr/>
          </p:nvSpPr>
          <p:spPr>
            <a:xfrm>
              <a:off x="1528877" y="636422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52</a:t>
              </a:r>
              <a:endParaRPr lang="en-US" sz="2200" dirty="0"/>
            </a:p>
          </p:txBody>
        </p:sp>
      </p:grpSp>
      <p:grpSp>
        <p:nvGrpSpPr>
          <p:cNvPr id="552" name="Number 53"/>
          <p:cNvGrpSpPr/>
          <p:nvPr/>
        </p:nvGrpSpPr>
        <p:grpSpPr>
          <a:xfrm>
            <a:off x="2646274" y="6364224"/>
            <a:ext cx="1007669" cy="1007669"/>
            <a:chOff x="2646274" y="6364224"/>
            <a:chExt cx="1007669" cy="1007669"/>
          </a:xfrm>
        </p:grpSpPr>
        <p:sp>
          <p:nvSpPr>
            <p:cNvPr id="107" name="Shape 105"/>
            <p:cNvSpPr/>
            <p:nvPr/>
          </p:nvSpPr>
          <p:spPr>
            <a:xfrm>
              <a:off x="2646274" y="6364224"/>
              <a:ext cx="1007669" cy="1007669"/>
            </a:xfrm>
            <a:prstGeom prst="ellipse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08" name="Text 106"/>
            <p:cNvSpPr/>
            <p:nvPr/>
          </p:nvSpPr>
          <p:spPr>
            <a:xfrm>
              <a:off x="2646274" y="636422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53</a:t>
              </a:r>
              <a:endParaRPr lang="en-US" sz="2200" dirty="0"/>
            </a:p>
          </p:txBody>
        </p:sp>
      </p:grpSp>
      <p:grpSp>
        <p:nvGrpSpPr>
          <p:cNvPr id="553" name="Number 54"/>
          <p:cNvGrpSpPr/>
          <p:nvPr/>
        </p:nvGrpSpPr>
        <p:grpSpPr>
          <a:xfrm>
            <a:off x="3763670" y="6364224"/>
            <a:ext cx="1007669" cy="1007669"/>
            <a:chOff x="3763670" y="6364224"/>
            <a:chExt cx="1007669" cy="1007669"/>
          </a:xfrm>
        </p:grpSpPr>
        <p:sp>
          <p:nvSpPr>
            <p:cNvPr id="109" name="Shape 107"/>
            <p:cNvSpPr/>
            <p:nvPr/>
          </p:nvSpPr>
          <p:spPr>
            <a:xfrm>
              <a:off x="3763670" y="6364224"/>
              <a:ext cx="1007669" cy="1007669"/>
            </a:xfrm>
            <a:prstGeom prst="ellipse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10" name="Text 108"/>
            <p:cNvSpPr/>
            <p:nvPr/>
          </p:nvSpPr>
          <p:spPr>
            <a:xfrm>
              <a:off x="3763670" y="636422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54</a:t>
              </a:r>
              <a:endParaRPr lang="en-US" sz="2200" dirty="0"/>
            </a:p>
          </p:txBody>
        </p:sp>
      </p:grpSp>
      <p:grpSp>
        <p:nvGrpSpPr>
          <p:cNvPr id="554" name="Number 55"/>
          <p:cNvGrpSpPr/>
          <p:nvPr/>
        </p:nvGrpSpPr>
        <p:grpSpPr>
          <a:xfrm>
            <a:off x="4881067" y="6364224"/>
            <a:ext cx="1007669" cy="1007669"/>
            <a:chOff x="4881067" y="6364224"/>
            <a:chExt cx="1007669" cy="1007669"/>
          </a:xfrm>
        </p:grpSpPr>
        <p:sp>
          <p:nvSpPr>
            <p:cNvPr id="111" name="Shape 109"/>
            <p:cNvSpPr/>
            <p:nvPr/>
          </p:nvSpPr>
          <p:spPr>
            <a:xfrm>
              <a:off x="4881067" y="6364224"/>
              <a:ext cx="1007669" cy="1007669"/>
            </a:xfrm>
            <a:prstGeom prst="ellipse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12" name="Text 110"/>
            <p:cNvSpPr/>
            <p:nvPr/>
          </p:nvSpPr>
          <p:spPr>
            <a:xfrm>
              <a:off x="4881067" y="636422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55</a:t>
              </a:r>
              <a:endParaRPr lang="en-US" sz="2200" dirty="0"/>
            </a:p>
          </p:txBody>
        </p:sp>
      </p:grpSp>
      <p:grpSp>
        <p:nvGrpSpPr>
          <p:cNvPr id="555" name="Number 56"/>
          <p:cNvGrpSpPr/>
          <p:nvPr/>
        </p:nvGrpSpPr>
        <p:grpSpPr>
          <a:xfrm>
            <a:off x="5998464" y="6364224"/>
            <a:ext cx="1007669" cy="1007669"/>
            <a:chOff x="5998464" y="6364224"/>
            <a:chExt cx="1007669" cy="1007669"/>
          </a:xfrm>
        </p:grpSpPr>
        <p:sp>
          <p:nvSpPr>
            <p:cNvPr id="113" name="Shape 111"/>
            <p:cNvSpPr/>
            <p:nvPr/>
          </p:nvSpPr>
          <p:spPr>
            <a:xfrm>
              <a:off x="5998464" y="6364224"/>
              <a:ext cx="1007669" cy="1007669"/>
            </a:xfrm>
            <a:prstGeom prst="ellipse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14" name="Text 112"/>
            <p:cNvSpPr/>
            <p:nvPr/>
          </p:nvSpPr>
          <p:spPr>
            <a:xfrm>
              <a:off x="5998464" y="636422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56</a:t>
              </a:r>
              <a:endParaRPr lang="en-US" sz="2200" dirty="0"/>
            </a:p>
          </p:txBody>
        </p:sp>
      </p:grpSp>
      <p:grpSp>
        <p:nvGrpSpPr>
          <p:cNvPr id="556" name="Number 57"/>
          <p:cNvGrpSpPr/>
          <p:nvPr/>
        </p:nvGrpSpPr>
        <p:grpSpPr>
          <a:xfrm>
            <a:off x="7115861" y="6364224"/>
            <a:ext cx="1007669" cy="1007669"/>
            <a:chOff x="7115861" y="6364224"/>
            <a:chExt cx="1007669" cy="1007669"/>
          </a:xfrm>
        </p:grpSpPr>
        <p:sp>
          <p:nvSpPr>
            <p:cNvPr id="115" name="Shape 113"/>
            <p:cNvSpPr/>
            <p:nvPr/>
          </p:nvSpPr>
          <p:spPr>
            <a:xfrm>
              <a:off x="7115861" y="6364224"/>
              <a:ext cx="1007669" cy="1007669"/>
            </a:xfrm>
            <a:prstGeom prst="ellipse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16" name="Text 114"/>
            <p:cNvSpPr/>
            <p:nvPr/>
          </p:nvSpPr>
          <p:spPr>
            <a:xfrm>
              <a:off x="7115861" y="636422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57</a:t>
              </a:r>
              <a:endParaRPr lang="en-US" sz="2200" dirty="0"/>
            </a:p>
          </p:txBody>
        </p:sp>
      </p:grpSp>
      <p:grpSp>
        <p:nvGrpSpPr>
          <p:cNvPr id="557" name="Number 58"/>
          <p:cNvGrpSpPr/>
          <p:nvPr/>
        </p:nvGrpSpPr>
        <p:grpSpPr>
          <a:xfrm>
            <a:off x="8233258" y="6364224"/>
            <a:ext cx="1007669" cy="1007669"/>
            <a:chOff x="8233258" y="6364224"/>
            <a:chExt cx="1007669" cy="1007669"/>
          </a:xfrm>
        </p:grpSpPr>
        <p:sp>
          <p:nvSpPr>
            <p:cNvPr id="117" name="Shape 115"/>
            <p:cNvSpPr/>
            <p:nvPr/>
          </p:nvSpPr>
          <p:spPr>
            <a:xfrm>
              <a:off x="8233258" y="6364224"/>
              <a:ext cx="1007669" cy="1007669"/>
            </a:xfrm>
            <a:prstGeom prst="ellipse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18" name="Text 116"/>
            <p:cNvSpPr/>
            <p:nvPr/>
          </p:nvSpPr>
          <p:spPr>
            <a:xfrm>
              <a:off x="8233258" y="636422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58</a:t>
              </a:r>
              <a:endParaRPr lang="en-US" sz="2200" dirty="0"/>
            </a:p>
          </p:txBody>
        </p:sp>
      </p:grpSp>
      <p:grpSp>
        <p:nvGrpSpPr>
          <p:cNvPr id="558" name="Number 59"/>
          <p:cNvGrpSpPr/>
          <p:nvPr/>
        </p:nvGrpSpPr>
        <p:grpSpPr>
          <a:xfrm>
            <a:off x="9350654" y="6364224"/>
            <a:ext cx="1007669" cy="1007669"/>
            <a:chOff x="9350654" y="6364224"/>
            <a:chExt cx="1007669" cy="1007669"/>
          </a:xfrm>
        </p:grpSpPr>
        <p:sp>
          <p:nvSpPr>
            <p:cNvPr id="119" name="Shape 117"/>
            <p:cNvSpPr/>
            <p:nvPr/>
          </p:nvSpPr>
          <p:spPr>
            <a:xfrm>
              <a:off x="9350654" y="6364224"/>
              <a:ext cx="1007669" cy="1007669"/>
            </a:xfrm>
            <a:prstGeom prst="ellipse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20" name="Text 118"/>
            <p:cNvSpPr/>
            <p:nvPr/>
          </p:nvSpPr>
          <p:spPr>
            <a:xfrm>
              <a:off x="9350654" y="636422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59</a:t>
              </a:r>
              <a:endParaRPr lang="en-US" sz="2200" dirty="0"/>
            </a:p>
          </p:txBody>
        </p:sp>
      </p:grpSp>
      <p:grpSp>
        <p:nvGrpSpPr>
          <p:cNvPr id="559" name="Number 60"/>
          <p:cNvGrpSpPr/>
          <p:nvPr/>
        </p:nvGrpSpPr>
        <p:grpSpPr>
          <a:xfrm>
            <a:off x="10468051" y="6364224"/>
            <a:ext cx="1007669" cy="1007669"/>
            <a:chOff x="10468051" y="6364224"/>
            <a:chExt cx="1007669" cy="1007669"/>
          </a:xfrm>
        </p:grpSpPr>
        <p:sp>
          <p:nvSpPr>
            <p:cNvPr id="121" name="Shape 119"/>
            <p:cNvSpPr/>
            <p:nvPr/>
          </p:nvSpPr>
          <p:spPr>
            <a:xfrm>
              <a:off x="10468051" y="6364224"/>
              <a:ext cx="1007669" cy="1007669"/>
            </a:xfrm>
            <a:prstGeom prst="ellipse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</p:sp>
        <p:sp>
          <p:nvSpPr>
            <p:cNvPr id="122" name="Text 120"/>
            <p:cNvSpPr/>
            <p:nvPr/>
          </p:nvSpPr>
          <p:spPr>
            <a:xfrm>
              <a:off x="10468051" y="636422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60</a:t>
              </a:r>
              <a:endParaRPr lang="en-US" sz="2200" dirty="0"/>
            </a:p>
          </p:txBody>
        </p:sp>
      </p:grpSp>
      <p:grpSp>
        <p:nvGrpSpPr>
          <p:cNvPr id="560" name="Number 61"/>
          <p:cNvGrpSpPr/>
          <p:nvPr/>
        </p:nvGrpSpPr>
        <p:grpSpPr>
          <a:xfrm>
            <a:off x="411480" y="7481621"/>
            <a:ext cx="1007669" cy="1007669"/>
            <a:chOff x="411480" y="7481621"/>
            <a:chExt cx="1007669" cy="1007669"/>
          </a:xfrm>
        </p:grpSpPr>
        <p:sp>
          <p:nvSpPr>
            <p:cNvPr id="123" name="Shape 121"/>
            <p:cNvSpPr/>
            <p:nvPr/>
          </p:nvSpPr>
          <p:spPr>
            <a:xfrm>
              <a:off x="411480" y="7481621"/>
              <a:ext cx="1007669" cy="1007669"/>
            </a:xfrm>
            <a:prstGeom prst="ellipse">
              <a:avLst/>
            </a:prstGeom>
            <a:solidFill>
              <a:srgbClr val="DB2777"/>
            </a:solidFill>
            <a:ln w="12700">
              <a:solidFill>
                <a:srgbClr val="DB2777"/>
              </a:solidFill>
              <a:prstDash val="solid"/>
            </a:ln>
          </p:spPr>
        </p:sp>
        <p:sp>
          <p:nvSpPr>
            <p:cNvPr id="124" name="Text 122"/>
            <p:cNvSpPr/>
            <p:nvPr/>
          </p:nvSpPr>
          <p:spPr>
            <a:xfrm>
              <a:off x="411480" y="748162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61</a:t>
              </a:r>
              <a:endParaRPr lang="en-US" sz="2200" dirty="0"/>
            </a:p>
          </p:txBody>
        </p:sp>
      </p:grpSp>
      <p:grpSp>
        <p:nvGrpSpPr>
          <p:cNvPr id="561" name="Number 62"/>
          <p:cNvGrpSpPr/>
          <p:nvPr/>
        </p:nvGrpSpPr>
        <p:grpSpPr>
          <a:xfrm>
            <a:off x="1528877" y="7481621"/>
            <a:ext cx="1007669" cy="1007669"/>
            <a:chOff x="1528877" y="7481621"/>
            <a:chExt cx="1007669" cy="1007669"/>
          </a:xfrm>
        </p:grpSpPr>
        <p:sp>
          <p:nvSpPr>
            <p:cNvPr id="125" name="Shape 123"/>
            <p:cNvSpPr/>
            <p:nvPr/>
          </p:nvSpPr>
          <p:spPr>
            <a:xfrm>
              <a:off x="1528877" y="7481621"/>
              <a:ext cx="1007669" cy="1007669"/>
            </a:xfrm>
            <a:prstGeom prst="ellipse">
              <a:avLst/>
            </a:prstGeom>
            <a:solidFill>
              <a:srgbClr val="DB2777"/>
            </a:solidFill>
            <a:ln w="12700">
              <a:solidFill>
                <a:srgbClr val="DB2777"/>
              </a:solidFill>
              <a:prstDash val="solid"/>
            </a:ln>
          </p:spPr>
        </p:sp>
        <p:sp>
          <p:nvSpPr>
            <p:cNvPr id="126" name="Text 124"/>
            <p:cNvSpPr/>
            <p:nvPr/>
          </p:nvSpPr>
          <p:spPr>
            <a:xfrm>
              <a:off x="1528877" y="748162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62</a:t>
              </a:r>
              <a:endParaRPr lang="en-US" sz="2200" dirty="0"/>
            </a:p>
          </p:txBody>
        </p:sp>
      </p:grpSp>
      <p:grpSp>
        <p:nvGrpSpPr>
          <p:cNvPr id="562" name="Number 63"/>
          <p:cNvGrpSpPr/>
          <p:nvPr/>
        </p:nvGrpSpPr>
        <p:grpSpPr>
          <a:xfrm>
            <a:off x="2646274" y="7481621"/>
            <a:ext cx="1007669" cy="1007669"/>
            <a:chOff x="2646274" y="7481621"/>
            <a:chExt cx="1007669" cy="1007669"/>
          </a:xfrm>
        </p:grpSpPr>
        <p:sp>
          <p:nvSpPr>
            <p:cNvPr id="127" name="Shape 125"/>
            <p:cNvSpPr/>
            <p:nvPr/>
          </p:nvSpPr>
          <p:spPr>
            <a:xfrm>
              <a:off x="2646274" y="7481621"/>
              <a:ext cx="1007669" cy="1007669"/>
            </a:xfrm>
            <a:prstGeom prst="ellipse">
              <a:avLst/>
            </a:prstGeom>
            <a:solidFill>
              <a:srgbClr val="DB2777"/>
            </a:solidFill>
            <a:ln w="12700">
              <a:solidFill>
                <a:srgbClr val="DB2777"/>
              </a:solidFill>
              <a:prstDash val="solid"/>
            </a:ln>
          </p:spPr>
        </p:sp>
        <p:sp>
          <p:nvSpPr>
            <p:cNvPr id="128" name="Text 126"/>
            <p:cNvSpPr/>
            <p:nvPr/>
          </p:nvSpPr>
          <p:spPr>
            <a:xfrm>
              <a:off x="2646274" y="748162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63</a:t>
              </a:r>
              <a:endParaRPr lang="en-US" sz="2200" dirty="0"/>
            </a:p>
          </p:txBody>
        </p:sp>
      </p:grpSp>
      <p:grpSp>
        <p:nvGrpSpPr>
          <p:cNvPr id="563" name="Number 64"/>
          <p:cNvGrpSpPr/>
          <p:nvPr/>
        </p:nvGrpSpPr>
        <p:grpSpPr>
          <a:xfrm>
            <a:off x="3763670" y="7481621"/>
            <a:ext cx="1007669" cy="1007669"/>
            <a:chOff x="3763670" y="7481621"/>
            <a:chExt cx="1007669" cy="1007669"/>
          </a:xfrm>
        </p:grpSpPr>
        <p:sp>
          <p:nvSpPr>
            <p:cNvPr id="129" name="Shape 127"/>
            <p:cNvSpPr/>
            <p:nvPr/>
          </p:nvSpPr>
          <p:spPr>
            <a:xfrm>
              <a:off x="3763670" y="7481621"/>
              <a:ext cx="1007669" cy="1007669"/>
            </a:xfrm>
            <a:prstGeom prst="ellipse">
              <a:avLst/>
            </a:prstGeom>
            <a:solidFill>
              <a:srgbClr val="DB2777"/>
            </a:solidFill>
            <a:ln w="12700">
              <a:solidFill>
                <a:srgbClr val="DB2777"/>
              </a:solidFill>
              <a:prstDash val="solid"/>
            </a:ln>
          </p:spPr>
        </p:sp>
        <p:sp>
          <p:nvSpPr>
            <p:cNvPr id="130" name="Text 128"/>
            <p:cNvSpPr/>
            <p:nvPr/>
          </p:nvSpPr>
          <p:spPr>
            <a:xfrm>
              <a:off x="3763670" y="748162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64</a:t>
              </a:r>
              <a:endParaRPr lang="en-US" sz="2200" dirty="0"/>
            </a:p>
          </p:txBody>
        </p:sp>
      </p:grpSp>
      <p:grpSp>
        <p:nvGrpSpPr>
          <p:cNvPr id="564" name="Number 65"/>
          <p:cNvGrpSpPr/>
          <p:nvPr/>
        </p:nvGrpSpPr>
        <p:grpSpPr>
          <a:xfrm>
            <a:off x="4881067" y="7481621"/>
            <a:ext cx="1007669" cy="1007669"/>
            <a:chOff x="4881067" y="7481621"/>
            <a:chExt cx="1007669" cy="1007669"/>
          </a:xfrm>
        </p:grpSpPr>
        <p:sp>
          <p:nvSpPr>
            <p:cNvPr id="131" name="Shape 129"/>
            <p:cNvSpPr/>
            <p:nvPr/>
          </p:nvSpPr>
          <p:spPr>
            <a:xfrm>
              <a:off x="4881067" y="7481621"/>
              <a:ext cx="1007669" cy="1007669"/>
            </a:xfrm>
            <a:prstGeom prst="ellipse">
              <a:avLst/>
            </a:prstGeom>
            <a:solidFill>
              <a:srgbClr val="DB2777"/>
            </a:solidFill>
            <a:ln w="12700">
              <a:solidFill>
                <a:srgbClr val="DB2777"/>
              </a:solidFill>
              <a:prstDash val="solid"/>
            </a:ln>
          </p:spPr>
        </p:sp>
        <p:sp>
          <p:nvSpPr>
            <p:cNvPr id="132" name="Text 130"/>
            <p:cNvSpPr/>
            <p:nvPr/>
          </p:nvSpPr>
          <p:spPr>
            <a:xfrm>
              <a:off x="4881067" y="748162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65</a:t>
              </a:r>
              <a:endParaRPr lang="en-US" sz="2200" dirty="0"/>
            </a:p>
          </p:txBody>
        </p:sp>
      </p:grpSp>
      <p:grpSp>
        <p:nvGrpSpPr>
          <p:cNvPr id="565" name="Number 66"/>
          <p:cNvGrpSpPr/>
          <p:nvPr/>
        </p:nvGrpSpPr>
        <p:grpSpPr>
          <a:xfrm>
            <a:off x="5998464" y="7481621"/>
            <a:ext cx="1007669" cy="1007669"/>
            <a:chOff x="5998464" y="7481621"/>
            <a:chExt cx="1007669" cy="1007669"/>
          </a:xfrm>
        </p:grpSpPr>
        <p:sp>
          <p:nvSpPr>
            <p:cNvPr id="133" name="Shape 131"/>
            <p:cNvSpPr/>
            <p:nvPr/>
          </p:nvSpPr>
          <p:spPr>
            <a:xfrm>
              <a:off x="5998464" y="7481621"/>
              <a:ext cx="1007669" cy="1007669"/>
            </a:xfrm>
            <a:prstGeom prst="ellipse">
              <a:avLst/>
            </a:prstGeom>
            <a:solidFill>
              <a:srgbClr val="DB2777"/>
            </a:solidFill>
            <a:ln w="12700">
              <a:solidFill>
                <a:srgbClr val="DB2777"/>
              </a:solidFill>
              <a:prstDash val="solid"/>
            </a:ln>
          </p:spPr>
        </p:sp>
        <p:sp>
          <p:nvSpPr>
            <p:cNvPr id="134" name="Text 132"/>
            <p:cNvSpPr/>
            <p:nvPr/>
          </p:nvSpPr>
          <p:spPr>
            <a:xfrm>
              <a:off x="5998464" y="748162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66</a:t>
              </a:r>
              <a:endParaRPr lang="en-US" sz="2200" dirty="0"/>
            </a:p>
          </p:txBody>
        </p:sp>
      </p:grpSp>
      <p:grpSp>
        <p:nvGrpSpPr>
          <p:cNvPr id="566" name="Number 67"/>
          <p:cNvGrpSpPr/>
          <p:nvPr/>
        </p:nvGrpSpPr>
        <p:grpSpPr>
          <a:xfrm>
            <a:off x="7115861" y="7481621"/>
            <a:ext cx="1007669" cy="1007669"/>
            <a:chOff x="7115861" y="7481621"/>
            <a:chExt cx="1007669" cy="1007669"/>
          </a:xfrm>
        </p:grpSpPr>
        <p:sp>
          <p:nvSpPr>
            <p:cNvPr id="135" name="Shape 133"/>
            <p:cNvSpPr/>
            <p:nvPr/>
          </p:nvSpPr>
          <p:spPr>
            <a:xfrm>
              <a:off x="7115861" y="7481621"/>
              <a:ext cx="1007669" cy="1007669"/>
            </a:xfrm>
            <a:prstGeom prst="ellipse">
              <a:avLst/>
            </a:prstGeom>
            <a:solidFill>
              <a:srgbClr val="DB2777"/>
            </a:solidFill>
            <a:ln w="12700">
              <a:solidFill>
                <a:srgbClr val="DB2777"/>
              </a:solidFill>
              <a:prstDash val="solid"/>
            </a:ln>
          </p:spPr>
        </p:sp>
        <p:sp>
          <p:nvSpPr>
            <p:cNvPr id="136" name="Text 134"/>
            <p:cNvSpPr/>
            <p:nvPr/>
          </p:nvSpPr>
          <p:spPr>
            <a:xfrm>
              <a:off x="7115861" y="748162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67</a:t>
              </a:r>
              <a:endParaRPr lang="en-US" sz="2200" dirty="0"/>
            </a:p>
          </p:txBody>
        </p:sp>
      </p:grpSp>
      <p:grpSp>
        <p:nvGrpSpPr>
          <p:cNvPr id="567" name="Number 68"/>
          <p:cNvGrpSpPr/>
          <p:nvPr/>
        </p:nvGrpSpPr>
        <p:grpSpPr>
          <a:xfrm>
            <a:off x="8233258" y="7481621"/>
            <a:ext cx="1007669" cy="1007669"/>
            <a:chOff x="8233258" y="7481621"/>
            <a:chExt cx="1007669" cy="1007669"/>
          </a:xfrm>
        </p:grpSpPr>
        <p:sp>
          <p:nvSpPr>
            <p:cNvPr id="137" name="Shape 135"/>
            <p:cNvSpPr/>
            <p:nvPr/>
          </p:nvSpPr>
          <p:spPr>
            <a:xfrm>
              <a:off x="8233258" y="7481621"/>
              <a:ext cx="1007669" cy="1007669"/>
            </a:xfrm>
            <a:prstGeom prst="ellipse">
              <a:avLst/>
            </a:prstGeom>
            <a:solidFill>
              <a:srgbClr val="DB2777"/>
            </a:solidFill>
            <a:ln w="12700">
              <a:solidFill>
                <a:srgbClr val="DB2777"/>
              </a:solidFill>
              <a:prstDash val="solid"/>
            </a:ln>
          </p:spPr>
        </p:sp>
        <p:sp>
          <p:nvSpPr>
            <p:cNvPr id="138" name="Text 136"/>
            <p:cNvSpPr/>
            <p:nvPr/>
          </p:nvSpPr>
          <p:spPr>
            <a:xfrm>
              <a:off x="8233258" y="748162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68</a:t>
              </a:r>
              <a:endParaRPr lang="en-US" sz="2200" dirty="0"/>
            </a:p>
          </p:txBody>
        </p:sp>
      </p:grpSp>
      <p:grpSp>
        <p:nvGrpSpPr>
          <p:cNvPr id="568" name="Number 69"/>
          <p:cNvGrpSpPr/>
          <p:nvPr/>
        </p:nvGrpSpPr>
        <p:grpSpPr>
          <a:xfrm>
            <a:off x="9350654" y="7481621"/>
            <a:ext cx="1007669" cy="1007669"/>
            <a:chOff x="9350654" y="7481621"/>
            <a:chExt cx="1007669" cy="1007669"/>
          </a:xfrm>
        </p:grpSpPr>
        <p:sp>
          <p:nvSpPr>
            <p:cNvPr id="139" name="Shape 137"/>
            <p:cNvSpPr/>
            <p:nvPr/>
          </p:nvSpPr>
          <p:spPr>
            <a:xfrm>
              <a:off x="9350654" y="7481621"/>
              <a:ext cx="1007669" cy="1007669"/>
            </a:xfrm>
            <a:prstGeom prst="ellipse">
              <a:avLst/>
            </a:prstGeom>
            <a:solidFill>
              <a:srgbClr val="DB2777"/>
            </a:solidFill>
            <a:ln w="12700">
              <a:solidFill>
                <a:srgbClr val="DB2777"/>
              </a:solidFill>
              <a:prstDash val="solid"/>
            </a:ln>
          </p:spPr>
        </p:sp>
        <p:sp>
          <p:nvSpPr>
            <p:cNvPr id="140" name="Text 138"/>
            <p:cNvSpPr/>
            <p:nvPr/>
          </p:nvSpPr>
          <p:spPr>
            <a:xfrm>
              <a:off x="9350654" y="748162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69</a:t>
              </a:r>
              <a:endParaRPr lang="en-US" sz="2200" dirty="0"/>
            </a:p>
          </p:txBody>
        </p:sp>
      </p:grpSp>
      <p:grpSp>
        <p:nvGrpSpPr>
          <p:cNvPr id="569" name="Number 70"/>
          <p:cNvGrpSpPr/>
          <p:nvPr/>
        </p:nvGrpSpPr>
        <p:grpSpPr>
          <a:xfrm>
            <a:off x="10468051" y="7481621"/>
            <a:ext cx="1007669" cy="1007669"/>
            <a:chOff x="10468051" y="7481621"/>
            <a:chExt cx="1007669" cy="1007669"/>
          </a:xfrm>
        </p:grpSpPr>
        <p:sp>
          <p:nvSpPr>
            <p:cNvPr id="141" name="Shape 139"/>
            <p:cNvSpPr/>
            <p:nvPr/>
          </p:nvSpPr>
          <p:spPr>
            <a:xfrm>
              <a:off x="10468051" y="7481621"/>
              <a:ext cx="1007669" cy="1007669"/>
            </a:xfrm>
            <a:prstGeom prst="ellipse">
              <a:avLst/>
            </a:prstGeom>
            <a:solidFill>
              <a:srgbClr val="DB2777"/>
            </a:solidFill>
            <a:ln w="12700">
              <a:solidFill>
                <a:srgbClr val="DB2777"/>
              </a:solidFill>
              <a:prstDash val="solid"/>
            </a:ln>
          </p:spPr>
        </p:sp>
        <p:sp>
          <p:nvSpPr>
            <p:cNvPr id="142" name="Text 140"/>
            <p:cNvSpPr/>
            <p:nvPr/>
          </p:nvSpPr>
          <p:spPr>
            <a:xfrm>
              <a:off x="10468051" y="748162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70</a:t>
              </a:r>
              <a:endParaRPr lang="en-US" sz="2200" dirty="0"/>
            </a:p>
          </p:txBody>
        </p:sp>
      </p:grpSp>
      <p:grpSp>
        <p:nvGrpSpPr>
          <p:cNvPr id="570" name="Number 71"/>
          <p:cNvGrpSpPr/>
          <p:nvPr/>
        </p:nvGrpSpPr>
        <p:grpSpPr>
          <a:xfrm>
            <a:off x="411480" y="8599018"/>
            <a:ext cx="1007669" cy="1007669"/>
            <a:chOff x="411480" y="8599018"/>
            <a:chExt cx="1007669" cy="1007669"/>
          </a:xfrm>
        </p:grpSpPr>
        <p:sp>
          <p:nvSpPr>
            <p:cNvPr id="143" name="Shape 141"/>
            <p:cNvSpPr/>
            <p:nvPr/>
          </p:nvSpPr>
          <p:spPr>
            <a:xfrm>
              <a:off x="411480" y="8599018"/>
              <a:ext cx="1007669" cy="1007669"/>
            </a:xfrm>
            <a:prstGeom prst="ellipse">
              <a:avLst/>
            </a:prstGeom>
            <a:solidFill>
              <a:srgbClr val="4D7C0F"/>
            </a:solidFill>
            <a:ln w="12700">
              <a:solidFill>
                <a:srgbClr val="4D7C0F"/>
              </a:solidFill>
              <a:prstDash val="solid"/>
            </a:ln>
          </p:spPr>
        </p:sp>
        <p:sp>
          <p:nvSpPr>
            <p:cNvPr id="144" name="Text 142"/>
            <p:cNvSpPr/>
            <p:nvPr/>
          </p:nvSpPr>
          <p:spPr>
            <a:xfrm>
              <a:off x="411480" y="8599018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71</a:t>
              </a:r>
              <a:endParaRPr lang="en-US" sz="2200" dirty="0"/>
            </a:p>
          </p:txBody>
        </p:sp>
      </p:grpSp>
      <p:grpSp>
        <p:nvGrpSpPr>
          <p:cNvPr id="571" name="Number 72"/>
          <p:cNvGrpSpPr/>
          <p:nvPr/>
        </p:nvGrpSpPr>
        <p:grpSpPr>
          <a:xfrm>
            <a:off x="1528877" y="8599018"/>
            <a:ext cx="1007669" cy="1007669"/>
            <a:chOff x="1528877" y="8599018"/>
            <a:chExt cx="1007669" cy="1007669"/>
          </a:xfrm>
        </p:grpSpPr>
        <p:sp>
          <p:nvSpPr>
            <p:cNvPr id="145" name="Shape 143"/>
            <p:cNvSpPr/>
            <p:nvPr/>
          </p:nvSpPr>
          <p:spPr>
            <a:xfrm>
              <a:off x="1528877" y="8599018"/>
              <a:ext cx="1007669" cy="1007669"/>
            </a:xfrm>
            <a:prstGeom prst="ellipse">
              <a:avLst/>
            </a:prstGeom>
            <a:solidFill>
              <a:srgbClr val="4D7C0F"/>
            </a:solidFill>
            <a:ln w="12700">
              <a:solidFill>
                <a:srgbClr val="4D7C0F"/>
              </a:solidFill>
              <a:prstDash val="solid"/>
            </a:ln>
          </p:spPr>
        </p:sp>
        <p:sp>
          <p:nvSpPr>
            <p:cNvPr id="146" name="Text 144"/>
            <p:cNvSpPr/>
            <p:nvPr/>
          </p:nvSpPr>
          <p:spPr>
            <a:xfrm>
              <a:off x="1528877" y="8599018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72</a:t>
              </a:r>
              <a:endParaRPr lang="en-US" sz="2200" dirty="0"/>
            </a:p>
          </p:txBody>
        </p:sp>
      </p:grpSp>
      <p:grpSp>
        <p:nvGrpSpPr>
          <p:cNvPr id="572" name="Number 73"/>
          <p:cNvGrpSpPr/>
          <p:nvPr/>
        </p:nvGrpSpPr>
        <p:grpSpPr>
          <a:xfrm>
            <a:off x="2646274" y="8599018"/>
            <a:ext cx="1007669" cy="1007669"/>
            <a:chOff x="2646274" y="8599018"/>
            <a:chExt cx="1007669" cy="1007669"/>
          </a:xfrm>
        </p:grpSpPr>
        <p:sp>
          <p:nvSpPr>
            <p:cNvPr id="147" name="Shape 145"/>
            <p:cNvSpPr/>
            <p:nvPr/>
          </p:nvSpPr>
          <p:spPr>
            <a:xfrm>
              <a:off x="2646274" y="8599018"/>
              <a:ext cx="1007669" cy="1007669"/>
            </a:xfrm>
            <a:prstGeom prst="ellipse">
              <a:avLst/>
            </a:prstGeom>
            <a:solidFill>
              <a:srgbClr val="4D7C0F"/>
            </a:solidFill>
            <a:ln w="12700">
              <a:solidFill>
                <a:srgbClr val="4D7C0F"/>
              </a:solidFill>
              <a:prstDash val="solid"/>
            </a:ln>
          </p:spPr>
        </p:sp>
        <p:sp>
          <p:nvSpPr>
            <p:cNvPr id="148" name="Text 146"/>
            <p:cNvSpPr/>
            <p:nvPr/>
          </p:nvSpPr>
          <p:spPr>
            <a:xfrm>
              <a:off x="2646274" y="8599018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73</a:t>
              </a:r>
              <a:endParaRPr lang="en-US" sz="2200" dirty="0"/>
            </a:p>
          </p:txBody>
        </p:sp>
      </p:grpSp>
      <p:grpSp>
        <p:nvGrpSpPr>
          <p:cNvPr id="573" name="Number 74"/>
          <p:cNvGrpSpPr/>
          <p:nvPr/>
        </p:nvGrpSpPr>
        <p:grpSpPr>
          <a:xfrm>
            <a:off x="3763670" y="8599018"/>
            <a:ext cx="1007669" cy="1007669"/>
            <a:chOff x="3763670" y="8599018"/>
            <a:chExt cx="1007669" cy="1007669"/>
          </a:xfrm>
        </p:grpSpPr>
        <p:sp>
          <p:nvSpPr>
            <p:cNvPr id="149" name="Shape 147"/>
            <p:cNvSpPr/>
            <p:nvPr/>
          </p:nvSpPr>
          <p:spPr>
            <a:xfrm>
              <a:off x="3763670" y="8599018"/>
              <a:ext cx="1007669" cy="1007669"/>
            </a:xfrm>
            <a:prstGeom prst="ellipse">
              <a:avLst/>
            </a:prstGeom>
            <a:solidFill>
              <a:srgbClr val="4D7C0F"/>
            </a:solidFill>
            <a:ln w="12700">
              <a:solidFill>
                <a:srgbClr val="4D7C0F"/>
              </a:solidFill>
              <a:prstDash val="solid"/>
            </a:ln>
          </p:spPr>
        </p:sp>
        <p:sp>
          <p:nvSpPr>
            <p:cNvPr id="150" name="Text 148"/>
            <p:cNvSpPr/>
            <p:nvPr/>
          </p:nvSpPr>
          <p:spPr>
            <a:xfrm>
              <a:off x="3763670" y="8599018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74</a:t>
              </a:r>
              <a:endParaRPr lang="en-US" sz="2200" dirty="0"/>
            </a:p>
          </p:txBody>
        </p:sp>
      </p:grpSp>
      <p:grpSp>
        <p:nvGrpSpPr>
          <p:cNvPr id="574" name="Number 75"/>
          <p:cNvGrpSpPr/>
          <p:nvPr/>
        </p:nvGrpSpPr>
        <p:grpSpPr>
          <a:xfrm>
            <a:off x="4881067" y="8599018"/>
            <a:ext cx="1007669" cy="1007669"/>
            <a:chOff x="4881067" y="8599018"/>
            <a:chExt cx="1007669" cy="1007669"/>
          </a:xfrm>
        </p:grpSpPr>
        <p:sp>
          <p:nvSpPr>
            <p:cNvPr id="151" name="Shape 149"/>
            <p:cNvSpPr/>
            <p:nvPr/>
          </p:nvSpPr>
          <p:spPr>
            <a:xfrm>
              <a:off x="4881067" y="8599018"/>
              <a:ext cx="1007669" cy="1007669"/>
            </a:xfrm>
            <a:prstGeom prst="ellipse">
              <a:avLst/>
            </a:prstGeom>
            <a:solidFill>
              <a:srgbClr val="4D7C0F"/>
            </a:solidFill>
            <a:ln w="12700">
              <a:solidFill>
                <a:srgbClr val="4D7C0F"/>
              </a:solidFill>
              <a:prstDash val="solid"/>
            </a:ln>
          </p:spPr>
        </p:sp>
        <p:sp>
          <p:nvSpPr>
            <p:cNvPr id="152" name="Text 150"/>
            <p:cNvSpPr/>
            <p:nvPr/>
          </p:nvSpPr>
          <p:spPr>
            <a:xfrm>
              <a:off x="4881067" y="8599018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75</a:t>
              </a:r>
              <a:endParaRPr lang="en-US" sz="2200" dirty="0"/>
            </a:p>
          </p:txBody>
        </p:sp>
      </p:grpSp>
      <p:grpSp>
        <p:nvGrpSpPr>
          <p:cNvPr id="575" name="Number 76"/>
          <p:cNvGrpSpPr/>
          <p:nvPr/>
        </p:nvGrpSpPr>
        <p:grpSpPr>
          <a:xfrm>
            <a:off x="5998464" y="8599018"/>
            <a:ext cx="1007669" cy="1007669"/>
            <a:chOff x="5998464" y="8599018"/>
            <a:chExt cx="1007669" cy="1007669"/>
          </a:xfrm>
        </p:grpSpPr>
        <p:sp>
          <p:nvSpPr>
            <p:cNvPr id="153" name="Shape 151"/>
            <p:cNvSpPr/>
            <p:nvPr/>
          </p:nvSpPr>
          <p:spPr>
            <a:xfrm>
              <a:off x="5998464" y="8599018"/>
              <a:ext cx="1007669" cy="1007669"/>
            </a:xfrm>
            <a:prstGeom prst="ellipse">
              <a:avLst/>
            </a:prstGeom>
            <a:solidFill>
              <a:srgbClr val="4D7C0F"/>
            </a:solidFill>
            <a:ln w="12700">
              <a:solidFill>
                <a:srgbClr val="4D7C0F"/>
              </a:solidFill>
              <a:prstDash val="solid"/>
            </a:ln>
          </p:spPr>
        </p:sp>
        <p:sp>
          <p:nvSpPr>
            <p:cNvPr id="154" name="Text 152"/>
            <p:cNvSpPr/>
            <p:nvPr/>
          </p:nvSpPr>
          <p:spPr>
            <a:xfrm>
              <a:off x="5998464" y="8599018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76</a:t>
              </a:r>
              <a:endParaRPr lang="en-US" sz="2200" dirty="0"/>
            </a:p>
          </p:txBody>
        </p:sp>
      </p:grpSp>
      <p:grpSp>
        <p:nvGrpSpPr>
          <p:cNvPr id="576" name="Number 77"/>
          <p:cNvGrpSpPr/>
          <p:nvPr/>
        </p:nvGrpSpPr>
        <p:grpSpPr>
          <a:xfrm>
            <a:off x="7115861" y="8599018"/>
            <a:ext cx="1007669" cy="1007669"/>
            <a:chOff x="7115861" y="8599018"/>
            <a:chExt cx="1007669" cy="1007669"/>
          </a:xfrm>
        </p:grpSpPr>
        <p:sp>
          <p:nvSpPr>
            <p:cNvPr id="155" name="Shape 153"/>
            <p:cNvSpPr/>
            <p:nvPr/>
          </p:nvSpPr>
          <p:spPr>
            <a:xfrm>
              <a:off x="7115861" y="8599018"/>
              <a:ext cx="1007669" cy="1007669"/>
            </a:xfrm>
            <a:prstGeom prst="ellipse">
              <a:avLst/>
            </a:prstGeom>
            <a:solidFill>
              <a:srgbClr val="4D7C0F"/>
            </a:solidFill>
            <a:ln w="12700">
              <a:solidFill>
                <a:srgbClr val="4D7C0F"/>
              </a:solidFill>
              <a:prstDash val="solid"/>
            </a:ln>
          </p:spPr>
        </p:sp>
        <p:sp>
          <p:nvSpPr>
            <p:cNvPr id="156" name="Text 154"/>
            <p:cNvSpPr/>
            <p:nvPr/>
          </p:nvSpPr>
          <p:spPr>
            <a:xfrm>
              <a:off x="7115861" y="8599018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77</a:t>
              </a:r>
              <a:endParaRPr lang="en-US" sz="2200" dirty="0"/>
            </a:p>
          </p:txBody>
        </p:sp>
      </p:grpSp>
      <p:grpSp>
        <p:nvGrpSpPr>
          <p:cNvPr id="577" name="Number 78"/>
          <p:cNvGrpSpPr/>
          <p:nvPr/>
        </p:nvGrpSpPr>
        <p:grpSpPr>
          <a:xfrm>
            <a:off x="8233258" y="8599018"/>
            <a:ext cx="1007669" cy="1007669"/>
            <a:chOff x="8233258" y="8599018"/>
            <a:chExt cx="1007669" cy="1007669"/>
          </a:xfrm>
        </p:grpSpPr>
        <p:sp>
          <p:nvSpPr>
            <p:cNvPr id="157" name="Shape 155"/>
            <p:cNvSpPr/>
            <p:nvPr/>
          </p:nvSpPr>
          <p:spPr>
            <a:xfrm>
              <a:off x="8233258" y="8599018"/>
              <a:ext cx="1007669" cy="1007669"/>
            </a:xfrm>
            <a:prstGeom prst="ellipse">
              <a:avLst/>
            </a:prstGeom>
            <a:solidFill>
              <a:srgbClr val="4D7C0F"/>
            </a:solidFill>
            <a:ln w="12700">
              <a:solidFill>
                <a:srgbClr val="4D7C0F"/>
              </a:solidFill>
              <a:prstDash val="solid"/>
            </a:ln>
          </p:spPr>
        </p:sp>
        <p:sp>
          <p:nvSpPr>
            <p:cNvPr id="158" name="Text 156"/>
            <p:cNvSpPr/>
            <p:nvPr/>
          </p:nvSpPr>
          <p:spPr>
            <a:xfrm>
              <a:off x="8233258" y="8599018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78</a:t>
              </a:r>
              <a:endParaRPr lang="en-US" sz="2200" dirty="0"/>
            </a:p>
          </p:txBody>
        </p:sp>
      </p:grpSp>
      <p:grpSp>
        <p:nvGrpSpPr>
          <p:cNvPr id="578" name="Number 79"/>
          <p:cNvGrpSpPr/>
          <p:nvPr/>
        </p:nvGrpSpPr>
        <p:grpSpPr>
          <a:xfrm>
            <a:off x="9350654" y="8599018"/>
            <a:ext cx="1007669" cy="1007669"/>
            <a:chOff x="9350654" y="8599018"/>
            <a:chExt cx="1007669" cy="1007669"/>
          </a:xfrm>
        </p:grpSpPr>
        <p:sp>
          <p:nvSpPr>
            <p:cNvPr id="159" name="Shape 157"/>
            <p:cNvSpPr/>
            <p:nvPr/>
          </p:nvSpPr>
          <p:spPr>
            <a:xfrm>
              <a:off x="9350654" y="8599018"/>
              <a:ext cx="1007669" cy="1007669"/>
            </a:xfrm>
            <a:prstGeom prst="ellipse">
              <a:avLst/>
            </a:prstGeom>
            <a:solidFill>
              <a:srgbClr val="4D7C0F"/>
            </a:solidFill>
            <a:ln w="12700">
              <a:solidFill>
                <a:srgbClr val="4D7C0F"/>
              </a:solidFill>
              <a:prstDash val="solid"/>
            </a:ln>
          </p:spPr>
        </p:sp>
        <p:sp>
          <p:nvSpPr>
            <p:cNvPr id="160" name="Text 158"/>
            <p:cNvSpPr/>
            <p:nvPr/>
          </p:nvSpPr>
          <p:spPr>
            <a:xfrm>
              <a:off x="9350654" y="8599018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79</a:t>
              </a:r>
              <a:endParaRPr lang="en-US" sz="2200" dirty="0"/>
            </a:p>
          </p:txBody>
        </p:sp>
      </p:grpSp>
      <p:grpSp>
        <p:nvGrpSpPr>
          <p:cNvPr id="579" name="Number 80"/>
          <p:cNvGrpSpPr/>
          <p:nvPr/>
        </p:nvGrpSpPr>
        <p:grpSpPr>
          <a:xfrm>
            <a:off x="10468051" y="8599018"/>
            <a:ext cx="1007669" cy="1007669"/>
            <a:chOff x="10468051" y="8599018"/>
            <a:chExt cx="1007669" cy="1007669"/>
          </a:xfrm>
        </p:grpSpPr>
        <p:sp>
          <p:nvSpPr>
            <p:cNvPr id="161" name="Shape 159"/>
            <p:cNvSpPr/>
            <p:nvPr/>
          </p:nvSpPr>
          <p:spPr>
            <a:xfrm>
              <a:off x="10468051" y="8599018"/>
              <a:ext cx="1007669" cy="1007669"/>
            </a:xfrm>
            <a:prstGeom prst="ellipse">
              <a:avLst/>
            </a:prstGeom>
            <a:solidFill>
              <a:srgbClr val="4D7C0F"/>
            </a:solidFill>
            <a:ln w="12700">
              <a:solidFill>
                <a:srgbClr val="4D7C0F"/>
              </a:solidFill>
              <a:prstDash val="solid"/>
            </a:ln>
          </p:spPr>
        </p:sp>
        <p:sp>
          <p:nvSpPr>
            <p:cNvPr id="162" name="Text 160"/>
            <p:cNvSpPr/>
            <p:nvPr/>
          </p:nvSpPr>
          <p:spPr>
            <a:xfrm>
              <a:off x="10468051" y="8599018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80</a:t>
              </a:r>
              <a:endParaRPr lang="en-US" sz="2200" dirty="0"/>
            </a:p>
          </p:txBody>
        </p:sp>
      </p:grpSp>
      <p:grpSp>
        <p:nvGrpSpPr>
          <p:cNvPr id="580" name="Number 81"/>
          <p:cNvGrpSpPr/>
          <p:nvPr/>
        </p:nvGrpSpPr>
        <p:grpSpPr>
          <a:xfrm>
            <a:off x="411480" y="9716414"/>
            <a:ext cx="1007669" cy="1007669"/>
            <a:chOff x="411480" y="9716414"/>
            <a:chExt cx="1007669" cy="1007669"/>
          </a:xfrm>
        </p:grpSpPr>
        <p:sp>
          <p:nvSpPr>
            <p:cNvPr id="163" name="Shape 161"/>
            <p:cNvSpPr/>
            <p:nvPr/>
          </p:nvSpPr>
          <p:spPr>
            <a:xfrm>
              <a:off x="411480" y="9716414"/>
              <a:ext cx="1007669" cy="1007669"/>
            </a:xfrm>
            <a:prstGeom prst="ellipse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</p:sp>
        <p:sp>
          <p:nvSpPr>
            <p:cNvPr id="164" name="Text 162"/>
            <p:cNvSpPr/>
            <p:nvPr/>
          </p:nvSpPr>
          <p:spPr>
            <a:xfrm>
              <a:off x="411480" y="971641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81</a:t>
              </a:r>
              <a:endParaRPr lang="en-US" sz="2200" dirty="0"/>
            </a:p>
          </p:txBody>
        </p:sp>
      </p:grpSp>
      <p:grpSp>
        <p:nvGrpSpPr>
          <p:cNvPr id="581" name="Number 82"/>
          <p:cNvGrpSpPr/>
          <p:nvPr/>
        </p:nvGrpSpPr>
        <p:grpSpPr>
          <a:xfrm>
            <a:off x="1528877" y="9716414"/>
            <a:ext cx="1007669" cy="1007669"/>
            <a:chOff x="1528877" y="9716414"/>
            <a:chExt cx="1007669" cy="1007669"/>
          </a:xfrm>
        </p:grpSpPr>
        <p:sp>
          <p:nvSpPr>
            <p:cNvPr id="165" name="Shape 163"/>
            <p:cNvSpPr/>
            <p:nvPr/>
          </p:nvSpPr>
          <p:spPr>
            <a:xfrm>
              <a:off x="1528877" y="9716414"/>
              <a:ext cx="1007669" cy="1007669"/>
            </a:xfrm>
            <a:prstGeom prst="ellipse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</p:sp>
        <p:sp>
          <p:nvSpPr>
            <p:cNvPr id="166" name="Text 164"/>
            <p:cNvSpPr/>
            <p:nvPr/>
          </p:nvSpPr>
          <p:spPr>
            <a:xfrm>
              <a:off x="1528877" y="971641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82</a:t>
              </a:r>
              <a:endParaRPr lang="en-US" sz="2200" dirty="0"/>
            </a:p>
          </p:txBody>
        </p:sp>
      </p:grpSp>
      <p:grpSp>
        <p:nvGrpSpPr>
          <p:cNvPr id="582" name="Number 83"/>
          <p:cNvGrpSpPr/>
          <p:nvPr/>
        </p:nvGrpSpPr>
        <p:grpSpPr>
          <a:xfrm>
            <a:off x="2646274" y="9716414"/>
            <a:ext cx="1007669" cy="1007669"/>
            <a:chOff x="2646274" y="9716414"/>
            <a:chExt cx="1007669" cy="1007669"/>
          </a:xfrm>
        </p:grpSpPr>
        <p:sp>
          <p:nvSpPr>
            <p:cNvPr id="167" name="Shape 165"/>
            <p:cNvSpPr/>
            <p:nvPr/>
          </p:nvSpPr>
          <p:spPr>
            <a:xfrm>
              <a:off x="2646274" y="9716414"/>
              <a:ext cx="1007669" cy="1007669"/>
            </a:xfrm>
            <a:prstGeom prst="ellipse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</p:sp>
        <p:sp>
          <p:nvSpPr>
            <p:cNvPr id="168" name="Text 166"/>
            <p:cNvSpPr/>
            <p:nvPr/>
          </p:nvSpPr>
          <p:spPr>
            <a:xfrm>
              <a:off x="2646274" y="971641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83</a:t>
              </a:r>
              <a:endParaRPr lang="en-US" sz="2200" dirty="0"/>
            </a:p>
          </p:txBody>
        </p:sp>
      </p:grpSp>
      <p:grpSp>
        <p:nvGrpSpPr>
          <p:cNvPr id="583" name="Number 84"/>
          <p:cNvGrpSpPr/>
          <p:nvPr/>
        </p:nvGrpSpPr>
        <p:grpSpPr>
          <a:xfrm>
            <a:off x="3763670" y="9716414"/>
            <a:ext cx="1007669" cy="1007669"/>
            <a:chOff x="3763670" y="9716414"/>
            <a:chExt cx="1007669" cy="1007669"/>
          </a:xfrm>
        </p:grpSpPr>
        <p:sp>
          <p:nvSpPr>
            <p:cNvPr id="169" name="Shape 167"/>
            <p:cNvSpPr/>
            <p:nvPr/>
          </p:nvSpPr>
          <p:spPr>
            <a:xfrm>
              <a:off x="3763670" y="9716414"/>
              <a:ext cx="1007669" cy="1007669"/>
            </a:xfrm>
            <a:prstGeom prst="ellipse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</p:sp>
        <p:sp>
          <p:nvSpPr>
            <p:cNvPr id="170" name="Text 168"/>
            <p:cNvSpPr/>
            <p:nvPr/>
          </p:nvSpPr>
          <p:spPr>
            <a:xfrm>
              <a:off x="3763670" y="971641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84</a:t>
              </a:r>
              <a:endParaRPr lang="en-US" sz="2200" dirty="0"/>
            </a:p>
          </p:txBody>
        </p:sp>
      </p:grpSp>
      <p:grpSp>
        <p:nvGrpSpPr>
          <p:cNvPr id="584" name="Number 85"/>
          <p:cNvGrpSpPr/>
          <p:nvPr/>
        </p:nvGrpSpPr>
        <p:grpSpPr>
          <a:xfrm>
            <a:off x="4881067" y="9716414"/>
            <a:ext cx="1007669" cy="1007669"/>
            <a:chOff x="4881067" y="9716414"/>
            <a:chExt cx="1007669" cy="1007669"/>
          </a:xfrm>
        </p:grpSpPr>
        <p:sp>
          <p:nvSpPr>
            <p:cNvPr id="171" name="Shape 169"/>
            <p:cNvSpPr/>
            <p:nvPr/>
          </p:nvSpPr>
          <p:spPr>
            <a:xfrm>
              <a:off x="4881067" y="9716414"/>
              <a:ext cx="1007669" cy="1007669"/>
            </a:xfrm>
            <a:prstGeom prst="ellipse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</p:sp>
        <p:sp>
          <p:nvSpPr>
            <p:cNvPr id="172" name="Text 170"/>
            <p:cNvSpPr/>
            <p:nvPr/>
          </p:nvSpPr>
          <p:spPr>
            <a:xfrm>
              <a:off x="4881067" y="971641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85</a:t>
              </a:r>
              <a:endParaRPr lang="en-US" sz="2200" dirty="0"/>
            </a:p>
          </p:txBody>
        </p:sp>
      </p:grpSp>
      <p:grpSp>
        <p:nvGrpSpPr>
          <p:cNvPr id="585" name="Number 86"/>
          <p:cNvGrpSpPr/>
          <p:nvPr/>
        </p:nvGrpSpPr>
        <p:grpSpPr>
          <a:xfrm>
            <a:off x="5998464" y="9716414"/>
            <a:ext cx="1007669" cy="1007669"/>
            <a:chOff x="5998464" y="9716414"/>
            <a:chExt cx="1007669" cy="1007669"/>
          </a:xfrm>
        </p:grpSpPr>
        <p:sp>
          <p:nvSpPr>
            <p:cNvPr id="173" name="Shape 171"/>
            <p:cNvSpPr/>
            <p:nvPr/>
          </p:nvSpPr>
          <p:spPr>
            <a:xfrm>
              <a:off x="5998464" y="9716414"/>
              <a:ext cx="1007669" cy="1007669"/>
            </a:xfrm>
            <a:prstGeom prst="ellipse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</p:sp>
        <p:sp>
          <p:nvSpPr>
            <p:cNvPr id="174" name="Text 172"/>
            <p:cNvSpPr/>
            <p:nvPr/>
          </p:nvSpPr>
          <p:spPr>
            <a:xfrm>
              <a:off x="5998464" y="971641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86</a:t>
              </a:r>
              <a:endParaRPr lang="en-US" sz="2200" dirty="0"/>
            </a:p>
          </p:txBody>
        </p:sp>
      </p:grpSp>
      <p:grpSp>
        <p:nvGrpSpPr>
          <p:cNvPr id="586" name="Number 87"/>
          <p:cNvGrpSpPr/>
          <p:nvPr/>
        </p:nvGrpSpPr>
        <p:grpSpPr>
          <a:xfrm>
            <a:off x="7115861" y="9716414"/>
            <a:ext cx="1007669" cy="1007669"/>
            <a:chOff x="7115861" y="9716414"/>
            <a:chExt cx="1007669" cy="1007669"/>
          </a:xfrm>
        </p:grpSpPr>
        <p:sp>
          <p:nvSpPr>
            <p:cNvPr id="175" name="Shape 173"/>
            <p:cNvSpPr/>
            <p:nvPr/>
          </p:nvSpPr>
          <p:spPr>
            <a:xfrm>
              <a:off x="7115861" y="9716414"/>
              <a:ext cx="1007669" cy="1007669"/>
            </a:xfrm>
            <a:prstGeom prst="ellipse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</p:sp>
        <p:sp>
          <p:nvSpPr>
            <p:cNvPr id="176" name="Text 174"/>
            <p:cNvSpPr/>
            <p:nvPr/>
          </p:nvSpPr>
          <p:spPr>
            <a:xfrm>
              <a:off x="7115861" y="971641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87</a:t>
              </a:r>
              <a:endParaRPr lang="en-US" sz="2200" dirty="0"/>
            </a:p>
          </p:txBody>
        </p:sp>
      </p:grpSp>
      <p:grpSp>
        <p:nvGrpSpPr>
          <p:cNvPr id="587" name="Number 88"/>
          <p:cNvGrpSpPr/>
          <p:nvPr/>
        </p:nvGrpSpPr>
        <p:grpSpPr>
          <a:xfrm>
            <a:off x="8233258" y="9716414"/>
            <a:ext cx="1007669" cy="1007669"/>
            <a:chOff x="8233258" y="9716414"/>
            <a:chExt cx="1007669" cy="1007669"/>
          </a:xfrm>
        </p:grpSpPr>
        <p:sp>
          <p:nvSpPr>
            <p:cNvPr id="177" name="Shape 175"/>
            <p:cNvSpPr/>
            <p:nvPr/>
          </p:nvSpPr>
          <p:spPr>
            <a:xfrm>
              <a:off x="8233258" y="9716414"/>
              <a:ext cx="1007669" cy="1007669"/>
            </a:xfrm>
            <a:prstGeom prst="ellipse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</p:sp>
        <p:sp>
          <p:nvSpPr>
            <p:cNvPr id="178" name="Text 176"/>
            <p:cNvSpPr/>
            <p:nvPr/>
          </p:nvSpPr>
          <p:spPr>
            <a:xfrm>
              <a:off x="8233258" y="971641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88</a:t>
              </a:r>
              <a:endParaRPr lang="en-US" sz="2200" dirty="0"/>
            </a:p>
          </p:txBody>
        </p:sp>
      </p:grpSp>
      <p:grpSp>
        <p:nvGrpSpPr>
          <p:cNvPr id="588" name="Number 89"/>
          <p:cNvGrpSpPr/>
          <p:nvPr/>
        </p:nvGrpSpPr>
        <p:grpSpPr>
          <a:xfrm>
            <a:off x="9350654" y="9716414"/>
            <a:ext cx="1007669" cy="1007669"/>
            <a:chOff x="9350654" y="9716414"/>
            <a:chExt cx="1007669" cy="1007669"/>
          </a:xfrm>
        </p:grpSpPr>
        <p:sp>
          <p:nvSpPr>
            <p:cNvPr id="179" name="Shape 177"/>
            <p:cNvSpPr/>
            <p:nvPr/>
          </p:nvSpPr>
          <p:spPr>
            <a:xfrm>
              <a:off x="9350654" y="9716414"/>
              <a:ext cx="1007669" cy="1007669"/>
            </a:xfrm>
            <a:prstGeom prst="ellipse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</p:sp>
        <p:sp>
          <p:nvSpPr>
            <p:cNvPr id="180" name="Text 178"/>
            <p:cNvSpPr/>
            <p:nvPr/>
          </p:nvSpPr>
          <p:spPr>
            <a:xfrm>
              <a:off x="9350654" y="971641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89</a:t>
              </a:r>
              <a:endParaRPr lang="en-US" sz="2200" dirty="0"/>
            </a:p>
          </p:txBody>
        </p:sp>
      </p:grpSp>
      <p:grpSp>
        <p:nvGrpSpPr>
          <p:cNvPr id="589" name="Number 90"/>
          <p:cNvGrpSpPr/>
          <p:nvPr/>
        </p:nvGrpSpPr>
        <p:grpSpPr>
          <a:xfrm>
            <a:off x="10468051" y="9716414"/>
            <a:ext cx="1007669" cy="1007669"/>
            <a:chOff x="10468051" y="9716414"/>
            <a:chExt cx="1007669" cy="1007669"/>
          </a:xfrm>
        </p:grpSpPr>
        <p:sp>
          <p:nvSpPr>
            <p:cNvPr id="181" name="Shape 179"/>
            <p:cNvSpPr/>
            <p:nvPr/>
          </p:nvSpPr>
          <p:spPr>
            <a:xfrm>
              <a:off x="10468051" y="9716414"/>
              <a:ext cx="1007669" cy="1007669"/>
            </a:xfrm>
            <a:prstGeom prst="ellipse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</p:sp>
        <p:sp>
          <p:nvSpPr>
            <p:cNvPr id="182" name="Text 180"/>
            <p:cNvSpPr/>
            <p:nvPr/>
          </p:nvSpPr>
          <p:spPr>
            <a:xfrm>
              <a:off x="10468051" y="9716414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90</a:t>
              </a:r>
              <a:endParaRPr lang="en-US" sz="2200" dirty="0"/>
            </a:p>
          </p:txBody>
        </p:sp>
      </p:grpSp>
      <p:grpSp>
        <p:nvGrpSpPr>
          <p:cNvPr id="590" name="Number 91"/>
          <p:cNvGrpSpPr/>
          <p:nvPr/>
        </p:nvGrpSpPr>
        <p:grpSpPr>
          <a:xfrm>
            <a:off x="411480" y="10833811"/>
            <a:ext cx="1007669" cy="1007669"/>
            <a:chOff x="411480" y="10833811"/>
            <a:chExt cx="1007669" cy="1007669"/>
          </a:xfrm>
        </p:grpSpPr>
        <p:sp>
          <p:nvSpPr>
            <p:cNvPr id="183" name="Shape 181"/>
            <p:cNvSpPr/>
            <p:nvPr/>
          </p:nvSpPr>
          <p:spPr>
            <a:xfrm>
              <a:off x="411480" y="10833811"/>
              <a:ext cx="1007669" cy="1007669"/>
            </a:xfrm>
            <a:prstGeom prst="ellipse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</p:sp>
        <p:sp>
          <p:nvSpPr>
            <p:cNvPr id="184" name="Text 182"/>
            <p:cNvSpPr/>
            <p:nvPr/>
          </p:nvSpPr>
          <p:spPr>
            <a:xfrm>
              <a:off x="411480" y="1083381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91</a:t>
              </a:r>
              <a:endParaRPr lang="en-US" sz="2200" dirty="0"/>
            </a:p>
          </p:txBody>
        </p:sp>
      </p:grpSp>
      <p:grpSp>
        <p:nvGrpSpPr>
          <p:cNvPr id="591" name="Number 92"/>
          <p:cNvGrpSpPr/>
          <p:nvPr/>
        </p:nvGrpSpPr>
        <p:grpSpPr>
          <a:xfrm>
            <a:off x="1528877" y="10833811"/>
            <a:ext cx="1007669" cy="1007669"/>
            <a:chOff x="1528877" y="10833811"/>
            <a:chExt cx="1007669" cy="1007669"/>
          </a:xfrm>
        </p:grpSpPr>
        <p:sp>
          <p:nvSpPr>
            <p:cNvPr id="185" name="Shape 183"/>
            <p:cNvSpPr/>
            <p:nvPr/>
          </p:nvSpPr>
          <p:spPr>
            <a:xfrm>
              <a:off x="1528877" y="10833811"/>
              <a:ext cx="1007669" cy="1007669"/>
            </a:xfrm>
            <a:prstGeom prst="ellipse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</p:sp>
        <p:sp>
          <p:nvSpPr>
            <p:cNvPr id="186" name="Text 184"/>
            <p:cNvSpPr/>
            <p:nvPr/>
          </p:nvSpPr>
          <p:spPr>
            <a:xfrm>
              <a:off x="1528877" y="1083381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92</a:t>
              </a:r>
              <a:endParaRPr lang="en-US" sz="2200" dirty="0"/>
            </a:p>
          </p:txBody>
        </p:sp>
      </p:grpSp>
      <p:grpSp>
        <p:nvGrpSpPr>
          <p:cNvPr id="592" name="Number 93"/>
          <p:cNvGrpSpPr/>
          <p:nvPr/>
        </p:nvGrpSpPr>
        <p:grpSpPr>
          <a:xfrm>
            <a:off x="2646274" y="10833811"/>
            <a:ext cx="1007669" cy="1007669"/>
            <a:chOff x="2646274" y="10833811"/>
            <a:chExt cx="1007669" cy="1007669"/>
          </a:xfrm>
        </p:grpSpPr>
        <p:sp>
          <p:nvSpPr>
            <p:cNvPr id="187" name="Shape 185"/>
            <p:cNvSpPr/>
            <p:nvPr/>
          </p:nvSpPr>
          <p:spPr>
            <a:xfrm>
              <a:off x="2646274" y="10833811"/>
              <a:ext cx="1007669" cy="1007669"/>
            </a:xfrm>
            <a:prstGeom prst="ellipse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</p:sp>
        <p:sp>
          <p:nvSpPr>
            <p:cNvPr id="188" name="Text 186"/>
            <p:cNvSpPr/>
            <p:nvPr/>
          </p:nvSpPr>
          <p:spPr>
            <a:xfrm>
              <a:off x="2646274" y="1083381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93</a:t>
              </a:r>
              <a:endParaRPr lang="en-US" sz="2200" dirty="0"/>
            </a:p>
          </p:txBody>
        </p:sp>
      </p:grpSp>
      <p:grpSp>
        <p:nvGrpSpPr>
          <p:cNvPr id="593" name="Number 94"/>
          <p:cNvGrpSpPr/>
          <p:nvPr/>
        </p:nvGrpSpPr>
        <p:grpSpPr>
          <a:xfrm>
            <a:off x="3763670" y="10833811"/>
            <a:ext cx="1007669" cy="1007669"/>
            <a:chOff x="3763670" y="10833811"/>
            <a:chExt cx="1007669" cy="1007669"/>
          </a:xfrm>
        </p:grpSpPr>
        <p:sp>
          <p:nvSpPr>
            <p:cNvPr id="189" name="Shape 187"/>
            <p:cNvSpPr/>
            <p:nvPr/>
          </p:nvSpPr>
          <p:spPr>
            <a:xfrm>
              <a:off x="3763670" y="10833811"/>
              <a:ext cx="1007669" cy="1007669"/>
            </a:xfrm>
            <a:prstGeom prst="ellipse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</p:sp>
        <p:sp>
          <p:nvSpPr>
            <p:cNvPr id="190" name="Text 188"/>
            <p:cNvSpPr/>
            <p:nvPr/>
          </p:nvSpPr>
          <p:spPr>
            <a:xfrm>
              <a:off x="3763670" y="1083381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94</a:t>
              </a:r>
              <a:endParaRPr lang="en-US" sz="2200" dirty="0"/>
            </a:p>
          </p:txBody>
        </p:sp>
      </p:grpSp>
      <p:grpSp>
        <p:nvGrpSpPr>
          <p:cNvPr id="594" name="Number 95"/>
          <p:cNvGrpSpPr/>
          <p:nvPr/>
        </p:nvGrpSpPr>
        <p:grpSpPr>
          <a:xfrm>
            <a:off x="4881067" y="10833811"/>
            <a:ext cx="1007669" cy="1007669"/>
            <a:chOff x="4881067" y="10833811"/>
            <a:chExt cx="1007669" cy="1007669"/>
          </a:xfrm>
        </p:grpSpPr>
        <p:sp>
          <p:nvSpPr>
            <p:cNvPr id="191" name="Shape 189"/>
            <p:cNvSpPr/>
            <p:nvPr/>
          </p:nvSpPr>
          <p:spPr>
            <a:xfrm>
              <a:off x="4881067" y="10833811"/>
              <a:ext cx="1007669" cy="1007669"/>
            </a:xfrm>
            <a:prstGeom prst="ellipse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</p:sp>
        <p:sp>
          <p:nvSpPr>
            <p:cNvPr id="192" name="Text 190"/>
            <p:cNvSpPr/>
            <p:nvPr/>
          </p:nvSpPr>
          <p:spPr>
            <a:xfrm>
              <a:off x="4881067" y="1083381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95</a:t>
              </a:r>
              <a:endParaRPr lang="en-US" sz="2200" dirty="0"/>
            </a:p>
          </p:txBody>
        </p:sp>
      </p:grpSp>
      <p:grpSp>
        <p:nvGrpSpPr>
          <p:cNvPr id="595" name="Number 96"/>
          <p:cNvGrpSpPr/>
          <p:nvPr/>
        </p:nvGrpSpPr>
        <p:grpSpPr>
          <a:xfrm>
            <a:off x="5998464" y="10833811"/>
            <a:ext cx="1007669" cy="1007669"/>
            <a:chOff x="5998464" y="10833811"/>
            <a:chExt cx="1007669" cy="1007669"/>
          </a:xfrm>
        </p:grpSpPr>
        <p:sp>
          <p:nvSpPr>
            <p:cNvPr id="193" name="Shape 191"/>
            <p:cNvSpPr/>
            <p:nvPr/>
          </p:nvSpPr>
          <p:spPr>
            <a:xfrm>
              <a:off x="5998464" y="10833811"/>
              <a:ext cx="1007669" cy="1007669"/>
            </a:xfrm>
            <a:prstGeom prst="ellipse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</p:sp>
        <p:sp>
          <p:nvSpPr>
            <p:cNvPr id="194" name="Text 192"/>
            <p:cNvSpPr/>
            <p:nvPr/>
          </p:nvSpPr>
          <p:spPr>
            <a:xfrm>
              <a:off x="5998464" y="1083381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96</a:t>
              </a:r>
              <a:endParaRPr lang="en-US" sz="2200" dirty="0"/>
            </a:p>
          </p:txBody>
        </p:sp>
      </p:grpSp>
      <p:grpSp>
        <p:nvGrpSpPr>
          <p:cNvPr id="596" name="Number 97"/>
          <p:cNvGrpSpPr/>
          <p:nvPr/>
        </p:nvGrpSpPr>
        <p:grpSpPr>
          <a:xfrm>
            <a:off x="7115861" y="10833811"/>
            <a:ext cx="1007669" cy="1007669"/>
            <a:chOff x="7115861" y="10833811"/>
            <a:chExt cx="1007669" cy="1007669"/>
          </a:xfrm>
        </p:grpSpPr>
        <p:sp>
          <p:nvSpPr>
            <p:cNvPr id="195" name="Shape 193"/>
            <p:cNvSpPr/>
            <p:nvPr/>
          </p:nvSpPr>
          <p:spPr>
            <a:xfrm>
              <a:off x="7115861" y="10833811"/>
              <a:ext cx="1007669" cy="1007669"/>
            </a:xfrm>
            <a:prstGeom prst="ellipse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</p:sp>
        <p:sp>
          <p:nvSpPr>
            <p:cNvPr id="196" name="Text 194"/>
            <p:cNvSpPr/>
            <p:nvPr/>
          </p:nvSpPr>
          <p:spPr>
            <a:xfrm>
              <a:off x="7115861" y="1083381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97</a:t>
              </a:r>
              <a:endParaRPr lang="en-US" sz="2200" dirty="0"/>
            </a:p>
          </p:txBody>
        </p:sp>
      </p:grpSp>
      <p:grpSp>
        <p:nvGrpSpPr>
          <p:cNvPr id="597" name="Number 98"/>
          <p:cNvGrpSpPr/>
          <p:nvPr/>
        </p:nvGrpSpPr>
        <p:grpSpPr>
          <a:xfrm>
            <a:off x="8233258" y="10833811"/>
            <a:ext cx="1007669" cy="1007669"/>
            <a:chOff x="8233258" y="10833811"/>
            <a:chExt cx="1007669" cy="1007669"/>
          </a:xfrm>
        </p:grpSpPr>
        <p:sp>
          <p:nvSpPr>
            <p:cNvPr id="197" name="Shape 195"/>
            <p:cNvSpPr/>
            <p:nvPr/>
          </p:nvSpPr>
          <p:spPr>
            <a:xfrm>
              <a:off x="8233258" y="10833811"/>
              <a:ext cx="1007669" cy="1007669"/>
            </a:xfrm>
            <a:prstGeom prst="ellipse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</p:sp>
        <p:sp>
          <p:nvSpPr>
            <p:cNvPr id="198" name="Text 196"/>
            <p:cNvSpPr/>
            <p:nvPr/>
          </p:nvSpPr>
          <p:spPr>
            <a:xfrm>
              <a:off x="8233258" y="1083381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98</a:t>
              </a:r>
              <a:endParaRPr lang="en-US" sz="2200" dirty="0"/>
            </a:p>
          </p:txBody>
        </p:sp>
      </p:grpSp>
      <p:grpSp>
        <p:nvGrpSpPr>
          <p:cNvPr id="598" name="Number 99"/>
          <p:cNvGrpSpPr/>
          <p:nvPr/>
        </p:nvGrpSpPr>
        <p:grpSpPr>
          <a:xfrm>
            <a:off x="9350654" y="10833811"/>
            <a:ext cx="1007669" cy="1007669"/>
            <a:chOff x="9350654" y="10833811"/>
            <a:chExt cx="1007669" cy="1007669"/>
          </a:xfrm>
        </p:grpSpPr>
        <p:sp>
          <p:nvSpPr>
            <p:cNvPr id="199" name="Shape 197"/>
            <p:cNvSpPr/>
            <p:nvPr/>
          </p:nvSpPr>
          <p:spPr>
            <a:xfrm>
              <a:off x="9350654" y="10833811"/>
              <a:ext cx="1007669" cy="1007669"/>
            </a:xfrm>
            <a:prstGeom prst="ellipse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</p:sp>
        <p:sp>
          <p:nvSpPr>
            <p:cNvPr id="200" name="Text 198"/>
            <p:cNvSpPr/>
            <p:nvPr/>
          </p:nvSpPr>
          <p:spPr>
            <a:xfrm>
              <a:off x="9350654" y="1083381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99</a:t>
              </a:r>
              <a:endParaRPr lang="en-US" sz="2200" dirty="0"/>
            </a:p>
          </p:txBody>
        </p:sp>
      </p:grpSp>
      <p:grpSp>
        <p:nvGrpSpPr>
          <p:cNvPr id="599" name="Number 100"/>
          <p:cNvGrpSpPr/>
          <p:nvPr/>
        </p:nvGrpSpPr>
        <p:grpSpPr>
          <a:xfrm>
            <a:off x="10468051" y="10833811"/>
            <a:ext cx="1007669" cy="1007669"/>
            <a:chOff x="10468051" y="10833811"/>
            <a:chExt cx="1007669" cy="1007669"/>
          </a:xfrm>
        </p:grpSpPr>
        <p:sp>
          <p:nvSpPr>
            <p:cNvPr id="201" name="Shape 199"/>
            <p:cNvSpPr/>
            <p:nvPr/>
          </p:nvSpPr>
          <p:spPr>
            <a:xfrm>
              <a:off x="10468051" y="10833811"/>
              <a:ext cx="1007669" cy="1007669"/>
            </a:xfrm>
            <a:prstGeom prst="ellipse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</p:sp>
        <p:sp>
          <p:nvSpPr>
            <p:cNvPr id="202" name="Text 200"/>
            <p:cNvSpPr/>
            <p:nvPr/>
          </p:nvSpPr>
          <p:spPr>
            <a:xfrm>
              <a:off x="10468051" y="10833811"/>
              <a:ext cx="1007669" cy="100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100</a:t>
              </a:r>
              <a:endParaRPr lang="en-US" sz="18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 1-100</dc:title>
  <dc:subject>PptxGenJS Presentation</dc:subject>
  <dc:creator>canva-mcp</dc:creator>
  <cp:lastModifiedBy>canva-mcp</cp:lastModifiedBy>
  <cp:revision>1</cp:revision>
  <dcterms:created xsi:type="dcterms:W3CDTF">2026-09-07T09:39:53Z</dcterms:created>
  <dcterms:modified xsi:type="dcterms:W3CDTF">2026-09-07T09:39:53Z</dcterms:modified>
</cp:coreProperties>
</file>