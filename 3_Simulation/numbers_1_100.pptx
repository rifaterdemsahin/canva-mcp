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12191695"/>
  <p:notesSz cx="12191695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1–100  ·  color changes every ten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007669" cy="1007669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77240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528877" y="777240"/>
            <a:ext cx="1007669" cy="1007669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8877" y="777240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646274" y="777240"/>
            <a:ext cx="1007669" cy="1007669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46274" y="777240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763670" y="777240"/>
            <a:ext cx="1007669" cy="1007669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63670" y="777240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881067" y="777240"/>
            <a:ext cx="1007669" cy="1007669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1067" y="777240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998464" y="777240"/>
            <a:ext cx="1007669" cy="1007669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98464" y="777240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115861" y="777240"/>
            <a:ext cx="1007669" cy="1007669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5861" y="777240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233258" y="777240"/>
            <a:ext cx="1007669" cy="1007669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3258" y="777240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350654" y="777240"/>
            <a:ext cx="1007669" cy="1007669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50654" y="777240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0468051" y="777240"/>
            <a:ext cx="1007669" cy="1007669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68051" y="777240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11480" y="1894637"/>
            <a:ext cx="1007669" cy="1007669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1894637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528877" y="1894637"/>
            <a:ext cx="1007669" cy="1007669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28877" y="1894637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2646274" y="1894637"/>
            <a:ext cx="1007669" cy="1007669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46274" y="1894637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3763670" y="1894637"/>
            <a:ext cx="1007669" cy="1007669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63670" y="1894637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4881067" y="1894637"/>
            <a:ext cx="1007669" cy="1007669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1067" y="1894637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5998464" y="1894637"/>
            <a:ext cx="1007669" cy="1007669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98464" y="1894637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7115861" y="1894637"/>
            <a:ext cx="1007669" cy="1007669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15861" y="1894637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8233258" y="1894637"/>
            <a:ext cx="1007669" cy="1007669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33258" y="1894637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9350654" y="1894637"/>
            <a:ext cx="1007669" cy="1007669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50654" y="1894637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10468051" y="1894637"/>
            <a:ext cx="1007669" cy="1007669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68051" y="1894637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411480" y="3012034"/>
            <a:ext cx="1007669" cy="1007669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301203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1528877" y="3012034"/>
            <a:ext cx="1007669" cy="1007669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28877" y="301203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2646274" y="3012034"/>
            <a:ext cx="1007669" cy="1007669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46274" y="301203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3763670" y="3012034"/>
            <a:ext cx="1007669" cy="1007669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63670" y="301203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</a:t>
            </a:r>
            <a:endParaRPr lang="en-US" sz="2200" dirty="0"/>
          </a:p>
        </p:txBody>
      </p:sp>
      <p:sp>
        <p:nvSpPr>
          <p:cNvPr id="51" name="Shape 49"/>
          <p:cNvSpPr/>
          <p:nvPr/>
        </p:nvSpPr>
        <p:spPr>
          <a:xfrm>
            <a:off x="4881067" y="3012034"/>
            <a:ext cx="1007669" cy="1007669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81067" y="301203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5998464" y="3012034"/>
            <a:ext cx="1007669" cy="1007669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98464" y="301203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</a:t>
            </a:r>
            <a:endParaRPr lang="en-US" sz="2200" dirty="0"/>
          </a:p>
        </p:txBody>
      </p:sp>
      <p:sp>
        <p:nvSpPr>
          <p:cNvPr id="55" name="Shape 53"/>
          <p:cNvSpPr/>
          <p:nvPr/>
        </p:nvSpPr>
        <p:spPr>
          <a:xfrm>
            <a:off x="7115861" y="3012034"/>
            <a:ext cx="1007669" cy="1007669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15861" y="301203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8233258" y="3012034"/>
            <a:ext cx="1007669" cy="1007669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33258" y="301203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</a:t>
            </a:r>
            <a:endParaRPr lang="en-US" sz="2200" dirty="0"/>
          </a:p>
        </p:txBody>
      </p:sp>
      <p:sp>
        <p:nvSpPr>
          <p:cNvPr id="59" name="Shape 57"/>
          <p:cNvSpPr/>
          <p:nvPr/>
        </p:nvSpPr>
        <p:spPr>
          <a:xfrm>
            <a:off x="9350654" y="3012034"/>
            <a:ext cx="1007669" cy="1007669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50654" y="301203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</a:t>
            </a:r>
            <a:endParaRPr lang="en-US" sz="2200" dirty="0"/>
          </a:p>
        </p:txBody>
      </p:sp>
      <p:sp>
        <p:nvSpPr>
          <p:cNvPr id="61" name="Shape 59"/>
          <p:cNvSpPr/>
          <p:nvPr/>
        </p:nvSpPr>
        <p:spPr>
          <a:xfrm>
            <a:off x="10468051" y="3012034"/>
            <a:ext cx="1007669" cy="1007669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468051" y="301203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2200" dirty="0"/>
          </a:p>
        </p:txBody>
      </p:sp>
      <p:sp>
        <p:nvSpPr>
          <p:cNvPr id="63" name="Shape 61"/>
          <p:cNvSpPr/>
          <p:nvPr/>
        </p:nvSpPr>
        <p:spPr>
          <a:xfrm>
            <a:off x="411480" y="4129430"/>
            <a:ext cx="1007669" cy="1007669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1480" y="4129430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1528877" y="4129430"/>
            <a:ext cx="1007669" cy="1007669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528877" y="4129430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</a:t>
            </a:r>
            <a:endParaRPr lang="en-US" sz="2200" dirty="0"/>
          </a:p>
        </p:txBody>
      </p:sp>
      <p:sp>
        <p:nvSpPr>
          <p:cNvPr id="67" name="Shape 65"/>
          <p:cNvSpPr/>
          <p:nvPr/>
        </p:nvSpPr>
        <p:spPr>
          <a:xfrm>
            <a:off x="2646274" y="4129430"/>
            <a:ext cx="1007669" cy="1007669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646274" y="4129430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</a:t>
            </a:r>
            <a:endParaRPr lang="en-US" sz="2200" dirty="0"/>
          </a:p>
        </p:txBody>
      </p:sp>
      <p:sp>
        <p:nvSpPr>
          <p:cNvPr id="69" name="Shape 67"/>
          <p:cNvSpPr/>
          <p:nvPr/>
        </p:nvSpPr>
        <p:spPr>
          <a:xfrm>
            <a:off x="3763670" y="4129430"/>
            <a:ext cx="1007669" cy="1007669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63670" y="4129430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</a:t>
            </a:r>
            <a:endParaRPr lang="en-US" sz="2200" dirty="0"/>
          </a:p>
        </p:txBody>
      </p:sp>
      <p:sp>
        <p:nvSpPr>
          <p:cNvPr id="71" name="Shape 69"/>
          <p:cNvSpPr/>
          <p:nvPr/>
        </p:nvSpPr>
        <p:spPr>
          <a:xfrm>
            <a:off x="4881067" y="4129430"/>
            <a:ext cx="1007669" cy="1007669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81067" y="4129430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200" dirty="0"/>
          </a:p>
        </p:txBody>
      </p:sp>
      <p:sp>
        <p:nvSpPr>
          <p:cNvPr id="73" name="Shape 71"/>
          <p:cNvSpPr/>
          <p:nvPr/>
        </p:nvSpPr>
        <p:spPr>
          <a:xfrm>
            <a:off x="5998464" y="4129430"/>
            <a:ext cx="1007669" cy="1007669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998464" y="4129430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</a:t>
            </a:r>
            <a:endParaRPr lang="en-US" sz="2200" dirty="0"/>
          </a:p>
        </p:txBody>
      </p:sp>
      <p:sp>
        <p:nvSpPr>
          <p:cNvPr id="75" name="Shape 73"/>
          <p:cNvSpPr/>
          <p:nvPr/>
        </p:nvSpPr>
        <p:spPr>
          <a:xfrm>
            <a:off x="7115861" y="4129430"/>
            <a:ext cx="1007669" cy="1007669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15861" y="4129430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</a:t>
            </a:r>
            <a:endParaRPr lang="en-US" sz="2200" dirty="0"/>
          </a:p>
        </p:txBody>
      </p:sp>
      <p:sp>
        <p:nvSpPr>
          <p:cNvPr id="77" name="Shape 75"/>
          <p:cNvSpPr/>
          <p:nvPr/>
        </p:nvSpPr>
        <p:spPr>
          <a:xfrm>
            <a:off x="8233258" y="4129430"/>
            <a:ext cx="1007669" cy="1007669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233258" y="4129430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</a:t>
            </a:r>
            <a:endParaRPr lang="en-US" sz="2200" dirty="0"/>
          </a:p>
        </p:txBody>
      </p:sp>
      <p:sp>
        <p:nvSpPr>
          <p:cNvPr id="79" name="Shape 77"/>
          <p:cNvSpPr/>
          <p:nvPr/>
        </p:nvSpPr>
        <p:spPr>
          <a:xfrm>
            <a:off x="9350654" y="4129430"/>
            <a:ext cx="1007669" cy="1007669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350654" y="4129430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</a:t>
            </a:r>
            <a:endParaRPr lang="en-US" sz="2200" dirty="0"/>
          </a:p>
        </p:txBody>
      </p:sp>
      <p:sp>
        <p:nvSpPr>
          <p:cNvPr id="81" name="Shape 79"/>
          <p:cNvSpPr/>
          <p:nvPr/>
        </p:nvSpPr>
        <p:spPr>
          <a:xfrm>
            <a:off x="10468051" y="4129430"/>
            <a:ext cx="1007669" cy="1007669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468051" y="4129430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</a:t>
            </a:r>
            <a:endParaRPr lang="en-US" sz="2200" dirty="0"/>
          </a:p>
        </p:txBody>
      </p:sp>
      <p:sp>
        <p:nvSpPr>
          <p:cNvPr id="83" name="Shape 81"/>
          <p:cNvSpPr/>
          <p:nvPr/>
        </p:nvSpPr>
        <p:spPr>
          <a:xfrm>
            <a:off x="411480" y="5246827"/>
            <a:ext cx="1007669" cy="1007669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11480" y="5246827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</a:t>
            </a:r>
            <a:endParaRPr lang="en-US" sz="2200" dirty="0"/>
          </a:p>
        </p:txBody>
      </p:sp>
      <p:sp>
        <p:nvSpPr>
          <p:cNvPr id="85" name="Shape 83"/>
          <p:cNvSpPr/>
          <p:nvPr/>
        </p:nvSpPr>
        <p:spPr>
          <a:xfrm>
            <a:off x="1528877" y="5246827"/>
            <a:ext cx="1007669" cy="1007669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528877" y="5246827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</a:t>
            </a:r>
            <a:endParaRPr lang="en-US" sz="2200" dirty="0"/>
          </a:p>
        </p:txBody>
      </p:sp>
      <p:sp>
        <p:nvSpPr>
          <p:cNvPr id="87" name="Shape 85"/>
          <p:cNvSpPr/>
          <p:nvPr/>
        </p:nvSpPr>
        <p:spPr>
          <a:xfrm>
            <a:off x="2646274" y="5246827"/>
            <a:ext cx="1007669" cy="1007669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646274" y="5246827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43</a:t>
            </a:r>
            <a:endParaRPr lang="en-US" sz="2200" dirty="0"/>
          </a:p>
        </p:txBody>
      </p:sp>
      <p:sp>
        <p:nvSpPr>
          <p:cNvPr id="89" name="Shape 87"/>
          <p:cNvSpPr/>
          <p:nvPr/>
        </p:nvSpPr>
        <p:spPr>
          <a:xfrm>
            <a:off x="3763670" y="5246827"/>
            <a:ext cx="1007669" cy="1007669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763670" y="5246827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</a:t>
            </a:r>
            <a:endParaRPr lang="en-US" sz="2200" dirty="0"/>
          </a:p>
        </p:txBody>
      </p:sp>
      <p:sp>
        <p:nvSpPr>
          <p:cNvPr id="91" name="Shape 89"/>
          <p:cNvSpPr/>
          <p:nvPr/>
        </p:nvSpPr>
        <p:spPr>
          <a:xfrm>
            <a:off x="4881067" y="5246827"/>
            <a:ext cx="1007669" cy="1007669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881067" y="5246827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</a:t>
            </a:r>
            <a:endParaRPr lang="en-US" sz="2200" dirty="0"/>
          </a:p>
        </p:txBody>
      </p:sp>
      <p:sp>
        <p:nvSpPr>
          <p:cNvPr id="93" name="Shape 91"/>
          <p:cNvSpPr/>
          <p:nvPr/>
        </p:nvSpPr>
        <p:spPr>
          <a:xfrm>
            <a:off x="5998464" y="5246827"/>
            <a:ext cx="1007669" cy="1007669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998464" y="5246827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</a:t>
            </a:r>
            <a:endParaRPr lang="en-US" sz="2200" dirty="0"/>
          </a:p>
        </p:txBody>
      </p:sp>
      <p:sp>
        <p:nvSpPr>
          <p:cNvPr id="95" name="Shape 93"/>
          <p:cNvSpPr/>
          <p:nvPr/>
        </p:nvSpPr>
        <p:spPr>
          <a:xfrm>
            <a:off x="7115861" y="5246827"/>
            <a:ext cx="1007669" cy="1007669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115861" y="5246827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</a:t>
            </a:r>
            <a:endParaRPr lang="en-US" sz="2200" dirty="0"/>
          </a:p>
        </p:txBody>
      </p:sp>
      <p:sp>
        <p:nvSpPr>
          <p:cNvPr id="97" name="Shape 95"/>
          <p:cNvSpPr/>
          <p:nvPr/>
        </p:nvSpPr>
        <p:spPr>
          <a:xfrm>
            <a:off x="8233258" y="5246827"/>
            <a:ext cx="1007669" cy="1007669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233258" y="5246827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</a:t>
            </a:r>
            <a:endParaRPr lang="en-US" sz="2200" dirty="0"/>
          </a:p>
        </p:txBody>
      </p:sp>
      <p:sp>
        <p:nvSpPr>
          <p:cNvPr id="99" name="Shape 97"/>
          <p:cNvSpPr/>
          <p:nvPr/>
        </p:nvSpPr>
        <p:spPr>
          <a:xfrm>
            <a:off x="9350654" y="5246827"/>
            <a:ext cx="1007669" cy="1007669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350654" y="5246827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49</a:t>
            </a:r>
            <a:endParaRPr lang="en-US" sz="2200" dirty="0"/>
          </a:p>
        </p:txBody>
      </p:sp>
      <p:sp>
        <p:nvSpPr>
          <p:cNvPr id="101" name="Shape 99"/>
          <p:cNvSpPr/>
          <p:nvPr/>
        </p:nvSpPr>
        <p:spPr>
          <a:xfrm>
            <a:off x="10468051" y="5246827"/>
            <a:ext cx="1007669" cy="1007669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468051" y="5246827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</a:t>
            </a:r>
            <a:endParaRPr lang="en-US" sz="2200" dirty="0"/>
          </a:p>
        </p:txBody>
      </p:sp>
      <p:sp>
        <p:nvSpPr>
          <p:cNvPr id="103" name="Shape 101"/>
          <p:cNvSpPr/>
          <p:nvPr/>
        </p:nvSpPr>
        <p:spPr>
          <a:xfrm>
            <a:off x="411480" y="6364224"/>
            <a:ext cx="1007669" cy="1007669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11480" y="636422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</a:t>
            </a:r>
            <a:endParaRPr lang="en-US" sz="2200" dirty="0"/>
          </a:p>
        </p:txBody>
      </p:sp>
      <p:sp>
        <p:nvSpPr>
          <p:cNvPr id="105" name="Shape 103"/>
          <p:cNvSpPr/>
          <p:nvPr/>
        </p:nvSpPr>
        <p:spPr>
          <a:xfrm>
            <a:off x="1528877" y="6364224"/>
            <a:ext cx="1007669" cy="1007669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528877" y="636422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</a:t>
            </a:r>
            <a:endParaRPr lang="en-US" sz="2200" dirty="0"/>
          </a:p>
        </p:txBody>
      </p:sp>
      <p:sp>
        <p:nvSpPr>
          <p:cNvPr id="107" name="Shape 105"/>
          <p:cNvSpPr/>
          <p:nvPr/>
        </p:nvSpPr>
        <p:spPr>
          <a:xfrm>
            <a:off x="2646274" y="6364224"/>
            <a:ext cx="1007669" cy="1007669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646274" y="636422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</a:t>
            </a:r>
            <a:endParaRPr lang="en-US" sz="2200" dirty="0"/>
          </a:p>
        </p:txBody>
      </p:sp>
      <p:sp>
        <p:nvSpPr>
          <p:cNvPr id="109" name="Shape 107"/>
          <p:cNvSpPr/>
          <p:nvPr/>
        </p:nvSpPr>
        <p:spPr>
          <a:xfrm>
            <a:off x="3763670" y="6364224"/>
            <a:ext cx="1007669" cy="1007669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763670" y="636422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54</a:t>
            </a:r>
            <a:endParaRPr lang="en-US" sz="2200" dirty="0"/>
          </a:p>
        </p:txBody>
      </p:sp>
      <p:sp>
        <p:nvSpPr>
          <p:cNvPr id="111" name="Shape 109"/>
          <p:cNvSpPr/>
          <p:nvPr/>
        </p:nvSpPr>
        <p:spPr>
          <a:xfrm>
            <a:off x="4881067" y="6364224"/>
            <a:ext cx="1007669" cy="1007669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881067" y="636422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</a:t>
            </a:r>
            <a:endParaRPr lang="en-US" sz="2200" dirty="0"/>
          </a:p>
        </p:txBody>
      </p:sp>
      <p:sp>
        <p:nvSpPr>
          <p:cNvPr id="113" name="Shape 111"/>
          <p:cNvSpPr/>
          <p:nvPr/>
        </p:nvSpPr>
        <p:spPr>
          <a:xfrm>
            <a:off x="5998464" y="6364224"/>
            <a:ext cx="1007669" cy="1007669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998464" y="636422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56</a:t>
            </a:r>
            <a:endParaRPr lang="en-US" sz="2200" dirty="0"/>
          </a:p>
        </p:txBody>
      </p:sp>
      <p:sp>
        <p:nvSpPr>
          <p:cNvPr id="115" name="Shape 113"/>
          <p:cNvSpPr/>
          <p:nvPr/>
        </p:nvSpPr>
        <p:spPr>
          <a:xfrm>
            <a:off x="7115861" y="6364224"/>
            <a:ext cx="1007669" cy="1007669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115861" y="636422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57</a:t>
            </a:r>
            <a:endParaRPr lang="en-US" sz="2200" dirty="0"/>
          </a:p>
        </p:txBody>
      </p:sp>
      <p:sp>
        <p:nvSpPr>
          <p:cNvPr id="117" name="Shape 115"/>
          <p:cNvSpPr/>
          <p:nvPr/>
        </p:nvSpPr>
        <p:spPr>
          <a:xfrm>
            <a:off x="8233258" y="6364224"/>
            <a:ext cx="1007669" cy="1007669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233258" y="636422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</a:t>
            </a:r>
            <a:endParaRPr lang="en-US" sz="2200" dirty="0"/>
          </a:p>
        </p:txBody>
      </p:sp>
      <p:sp>
        <p:nvSpPr>
          <p:cNvPr id="119" name="Shape 117"/>
          <p:cNvSpPr/>
          <p:nvPr/>
        </p:nvSpPr>
        <p:spPr>
          <a:xfrm>
            <a:off x="9350654" y="6364224"/>
            <a:ext cx="1007669" cy="1007669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350654" y="636422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59</a:t>
            </a:r>
            <a:endParaRPr lang="en-US" sz="2200" dirty="0"/>
          </a:p>
        </p:txBody>
      </p:sp>
      <p:sp>
        <p:nvSpPr>
          <p:cNvPr id="121" name="Shape 119"/>
          <p:cNvSpPr/>
          <p:nvPr/>
        </p:nvSpPr>
        <p:spPr>
          <a:xfrm>
            <a:off x="10468051" y="6364224"/>
            <a:ext cx="1007669" cy="1007669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0468051" y="636422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</a:t>
            </a:r>
            <a:endParaRPr lang="en-US" sz="2200" dirty="0"/>
          </a:p>
        </p:txBody>
      </p:sp>
      <p:sp>
        <p:nvSpPr>
          <p:cNvPr id="123" name="Shape 121"/>
          <p:cNvSpPr/>
          <p:nvPr/>
        </p:nvSpPr>
        <p:spPr>
          <a:xfrm>
            <a:off x="411480" y="7481621"/>
            <a:ext cx="1007669" cy="1007669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11480" y="7481621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61</a:t>
            </a:r>
            <a:endParaRPr lang="en-US" sz="2200" dirty="0"/>
          </a:p>
        </p:txBody>
      </p:sp>
      <p:sp>
        <p:nvSpPr>
          <p:cNvPr id="125" name="Shape 123"/>
          <p:cNvSpPr/>
          <p:nvPr/>
        </p:nvSpPr>
        <p:spPr>
          <a:xfrm>
            <a:off x="1528877" y="7481621"/>
            <a:ext cx="1007669" cy="1007669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528877" y="7481621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</a:t>
            </a:r>
            <a:endParaRPr lang="en-US" sz="2200" dirty="0"/>
          </a:p>
        </p:txBody>
      </p:sp>
      <p:sp>
        <p:nvSpPr>
          <p:cNvPr id="127" name="Shape 125"/>
          <p:cNvSpPr/>
          <p:nvPr/>
        </p:nvSpPr>
        <p:spPr>
          <a:xfrm>
            <a:off x="2646274" y="7481621"/>
            <a:ext cx="1007669" cy="1007669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646274" y="7481621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63</a:t>
            </a:r>
            <a:endParaRPr lang="en-US" sz="2200" dirty="0"/>
          </a:p>
        </p:txBody>
      </p:sp>
      <p:sp>
        <p:nvSpPr>
          <p:cNvPr id="129" name="Shape 127"/>
          <p:cNvSpPr/>
          <p:nvPr/>
        </p:nvSpPr>
        <p:spPr>
          <a:xfrm>
            <a:off x="3763670" y="7481621"/>
            <a:ext cx="1007669" cy="1007669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763670" y="7481621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64</a:t>
            </a:r>
            <a:endParaRPr lang="en-US" sz="2200" dirty="0"/>
          </a:p>
        </p:txBody>
      </p:sp>
      <p:sp>
        <p:nvSpPr>
          <p:cNvPr id="131" name="Shape 129"/>
          <p:cNvSpPr/>
          <p:nvPr/>
        </p:nvSpPr>
        <p:spPr>
          <a:xfrm>
            <a:off x="4881067" y="7481621"/>
            <a:ext cx="1007669" cy="1007669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881067" y="7481621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</a:t>
            </a:r>
            <a:endParaRPr lang="en-US" sz="2200" dirty="0"/>
          </a:p>
        </p:txBody>
      </p:sp>
      <p:sp>
        <p:nvSpPr>
          <p:cNvPr id="133" name="Shape 131"/>
          <p:cNvSpPr/>
          <p:nvPr/>
        </p:nvSpPr>
        <p:spPr>
          <a:xfrm>
            <a:off x="5998464" y="7481621"/>
            <a:ext cx="1007669" cy="1007669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998464" y="7481621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66</a:t>
            </a:r>
            <a:endParaRPr lang="en-US" sz="2200" dirty="0"/>
          </a:p>
        </p:txBody>
      </p:sp>
      <p:sp>
        <p:nvSpPr>
          <p:cNvPr id="135" name="Shape 133"/>
          <p:cNvSpPr/>
          <p:nvPr/>
        </p:nvSpPr>
        <p:spPr>
          <a:xfrm>
            <a:off x="7115861" y="7481621"/>
            <a:ext cx="1007669" cy="1007669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115861" y="7481621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</a:t>
            </a:r>
            <a:endParaRPr lang="en-US" sz="2200" dirty="0"/>
          </a:p>
        </p:txBody>
      </p:sp>
      <p:sp>
        <p:nvSpPr>
          <p:cNvPr id="137" name="Shape 135"/>
          <p:cNvSpPr/>
          <p:nvPr/>
        </p:nvSpPr>
        <p:spPr>
          <a:xfrm>
            <a:off x="8233258" y="7481621"/>
            <a:ext cx="1007669" cy="1007669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233258" y="7481621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</a:t>
            </a:r>
            <a:endParaRPr lang="en-US" sz="2200" dirty="0"/>
          </a:p>
        </p:txBody>
      </p:sp>
      <p:sp>
        <p:nvSpPr>
          <p:cNvPr id="139" name="Shape 137"/>
          <p:cNvSpPr/>
          <p:nvPr/>
        </p:nvSpPr>
        <p:spPr>
          <a:xfrm>
            <a:off x="9350654" y="7481621"/>
            <a:ext cx="1007669" cy="1007669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9350654" y="7481621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69</a:t>
            </a:r>
            <a:endParaRPr lang="en-US" sz="2200" dirty="0"/>
          </a:p>
        </p:txBody>
      </p:sp>
      <p:sp>
        <p:nvSpPr>
          <p:cNvPr id="141" name="Shape 139"/>
          <p:cNvSpPr/>
          <p:nvPr/>
        </p:nvSpPr>
        <p:spPr>
          <a:xfrm>
            <a:off x="10468051" y="7481621"/>
            <a:ext cx="1007669" cy="1007669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468051" y="7481621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</a:t>
            </a:r>
            <a:endParaRPr lang="en-US" sz="2200" dirty="0"/>
          </a:p>
        </p:txBody>
      </p:sp>
      <p:sp>
        <p:nvSpPr>
          <p:cNvPr id="143" name="Shape 141"/>
          <p:cNvSpPr/>
          <p:nvPr/>
        </p:nvSpPr>
        <p:spPr>
          <a:xfrm>
            <a:off x="411480" y="8599018"/>
            <a:ext cx="1007669" cy="1007669"/>
          </a:xfrm>
          <a:prstGeom prst="ellipse">
            <a:avLst/>
          </a:prstGeom>
          <a:solidFill>
            <a:srgbClr val="4D7C0F"/>
          </a:solidFill>
          <a:ln w="12700">
            <a:solidFill>
              <a:srgbClr val="4D7C0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11480" y="8599018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71</a:t>
            </a:r>
            <a:endParaRPr lang="en-US" sz="2200" dirty="0"/>
          </a:p>
        </p:txBody>
      </p:sp>
      <p:sp>
        <p:nvSpPr>
          <p:cNvPr id="145" name="Shape 143"/>
          <p:cNvSpPr/>
          <p:nvPr/>
        </p:nvSpPr>
        <p:spPr>
          <a:xfrm>
            <a:off x="1528877" y="8599018"/>
            <a:ext cx="1007669" cy="1007669"/>
          </a:xfrm>
          <a:prstGeom prst="ellipse">
            <a:avLst/>
          </a:prstGeom>
          <a:solidFill>
            <a:srgbClr val="4D7C0F"/>
          </a:solidFill>
          <a:ln w="12700">
            <a:solidFill>
              <a:srgbClr val="4D7C0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528877" y="8599018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</a:t>
            </a:r>
            <a:endParaRPr lang="en-US" sz="2200" dirty="0"/>
          </a:p>
        </p:txBody>
      </p:sp>
      <p:sp>
        <p:nvSpPr>
          <p:cNvPr id="147" name="Shape 145"/>
          <p:cNvSpPr/>
          <p:nvPr/>
        </p:nvSpPr>
        <p:spPr>
          <a:xfrm>
            <a:off x="2646274" y="8599018"/>
            <a:ext cx="1007669" cy="1007669"/>
          </a:xfrm>
          <a:prstGeom prst="ellipse">
            <a:avLst/>
          </a:prstGeom>
          <a:solidFill>
            <a:srgbClr val="4D7C0F"/>
          </a:solidFill>
          <a:ln w="12700">
            <a:solidFill>
              <a:srgbClr val="4D7C0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646274" y="8599018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</a:t>
            </a:r>
            <a:endParaRPr lang="en-US" sz="2200" dirty="0"/>
          </a:p>
        </p:txBody>
      </p:sp>
      <p:sp>
        <p:nvSpPr>
          <p:cNvPr id="149" name="Shape 147"/>
          <p:cNvSpPr/>
          <p:nvPr/>
        </p:nvSpPr>
        <p:spPr>
          <a:xfrm>
            <a:off x="3763670" y="8599018"/>
            <a:ext cx="1007669" cy="1007669"/>
          </a:xfrm>
          <a:prstGeom prst="ellipse">
            <a:avLst/>
          </a:prstGeom>
          <a:solidFill>
            <a:srgbClr val="4D7C0F"/>
          </a:solidFill>
          <a:ln w="12700">
            <a:solidFill>
              <a:srgbClr val="4D7C0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3763670" y="8599018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</a:t>
            </a:r>
            <a:endParaRPr lang="en-US" sz="2200" dirty="0"/>
          </a:p>
        </p:txBody>
      </p:sp>
      <p:sp>
        <p:nvSpPr>
          <p:cNvPr id="151" name="Shape 149"/>
          <p:cNvSpPr/>
          <p:nvPr/>
        </p:nvSpPr>
        <p:spPr>
          <a:xfrm>
            <a:off x="4881067" y="8599018"/>
            <a:ext cx="1007669" cy="1007669"/>
          </a:xfrm>
          <a:prstGeom prst="ellipse">
            <a:avLst/>
          </a:prstGeom>
          <a:solidFill>
            <a:srgbClr val="4D7C0F"/>
          </a:solidFill>
          <a:ln w="12700">
            <a:solidFill>
              <a:srgbClr val="4D7C0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4881067" y="8599018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</a:t>
            </a:r>
            <a:endParaRPr lang="en-US" sz="2200" dirty="0"/>
          </a:p>
        </p:txBody>
      </p:sp>
      <p:sp>
        <p:nvSpPr>
          <p:cNvPr id="153" name="Shape 151"/>
          <p:cNvSpPr/>
          <p:nvPr/>
        </p:nvSpPr>
        <p:spPr>
          <a:xfrm>
            <a:off x="5998464" y="8599018"/>
            <a:ext cx="1007669" cy="1007669"/>
          </a:xfrm>
          <a:prstGeom prst="ellipse">
            <a:avLst/>
          </a:prstGeom>
          <a:solidFill>
            <a:srgbClr val="4D7C0F"/>
          </a:solidFill>
          <a:ln w="12700">
            <a:solidFill>
              <a:srgbClr val="4D7C0F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5998464" y="8599018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</a:t>
            </a:r>
            <a:endParaRPr lang="en-US" sz="2200" dirty="0"/>
          </a:p>
        </p:txBody>
      </p:sp>
      <p:sp>
        <p:nvSpPr>
          <p:cNvPr id="155" name="Shape 153"/>
          <p:cNvSpPr/>
          <p:nvPr/>
        </p:nvSpPr>
        <p:spPr>
          <a:xfrm>
            <a:off x="7115861" y="8599018"/>
            <a:ext cx="1007669" cy="1007669"/>
          </a:xfrm>
          <a:prstGeom prst="ellipse">
            <a:avLst/>
          </a:prstGeom>
          <a:solidFill>
            <a:srgbClr val="4D7C0F"/>
          </a:solidFill>
          <a:ln w="12700">
            <a:solidFill>
              <a:srgbClr val="4D7C0F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7115861" y="8599018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77</a:t>
            </a:r>
            <a:endParaRPr lang="en-US" sz="2200" dirty="0"/>
          </a:p>
        </p:txBody>
      </p:sp>
      <p:sp>
        <p:nvSpPr>
          <p:cNvPr id="157" name="Shape 155"/>
          <p:cNvSpPr/>
          <p:nvPr/>
        </p:nvSpPr>
        <p:spPr>
          <a:xfrm>
            <a:off x="8233258" y="8599018"/>
            <a:ext cx="1007669" cy="1007669"/>
          </a:xfrm>
          <a:prstGeom prst="ellipse">
            <a:avLst/>
          </a:prstGeom>
          <a:solidFill>
            <a:srgbClr val="4D7C0F"/>
          </a:solidFill>
          <a:ln w="12700">
            <a:solidFill>
              <a:srgbClr val="4D7C0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8233258" y="8599018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</a:t>
            </a:r>
            <a:endParaRPr lang="en-US" sz="2200" dirty="0"/>
          </a:p>
        </p:txBody>
      </p:sp>
      <p:sp>
        <p:nvSpPr>
          <p:cNvPr id="159" name="Shape 157"/>
          <p:cNvSpPr/>
          <p:nvPr/>
        </p:nvSpPr>
        <p:spPr>
          <a:xfrm>
            <a:off x="9350654" y="8599018"/>
            <a:ext cx="1007669" cy="1007669"/>
          </a:xfrm>
          <a:prstGeom prst="ellipse">
            <a:avLst/>
          </a:prstGeom>
          <a:solidFill>
            <a:srgbClr val="4D7C0F"/>
          </a:solidFill>
          <a:ln w="12700">
            <a:solidFill>
              <a:srgbClr val="4D7C0F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350654" y="8599018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79</a:t>
            </a:r>
            <a:endParaRPr lang="en-US" sz="2200" dirty="0"/>
          </a:p>
        </p:txBody>
      </p:sp>
      <p:sp>
        <p:nvSpPr>
          <p:cNvPr id="161" name="Shape 159"/>
          <p:cNvSpPr/>
          <p:nvPr/>
        </p:nvSpPr>
        <p:spPr>
          <a:xfrm>
            <a:off x="10468051" y="8599018"/>
            <a:ext cx="1007669" cy="1007669"/>
          </a:xfrm>
          <a:prstGeom prst="ellipse">
            <a:avLst/>
          </a:prstGeom>
          <a:solidFill>
            <a:srgbClr val="4D7C0F"/>
          </a:solidFill>
          <a:ln w="12700">
            <a:solidFill>
              <a:srgbClr val="4D7C0F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10468051" y="8599018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</a:t>
            </a:r>
            <a:endParaRPr lang="en-US" sz="2200" dirty="0"/>
          </a:p>
        </p:txBody>
      </p:sp>
      <p:sp>
        <p:nvSpPr>
          <p:cNvPr id="163" name="Shape 161"/>
          <p:cNvSpPr/>
          <p:nvPr/>
        </p:nvSpPr>
        <p:spPr>
          <a:xfrm>
            <a:off x="411480" y="9716414"/>
            <a:ext cx="1007669" cy="1007669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411480" y="971641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81</a:t>
            </a:r>
            <a:endParaRPr lang="en-US" sz="2200" dirty="0"/>
          </a:p>
        </p:txBody>
      </p:sp>
      <p:sp>
        <p:nvSpPr>
          <p:cNvPr id="165" name="Shape 163"/>
          <p:cNvSpPr/>
          <p:nvPr/>
        </p:nvSpPr>
        <p:spPr>
          <a:xfrm>
            <a:off x="1528877" y="9716414"/>
            <a:ext cx="1007669" cy="1007669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528877" y="971641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</a:t>
            </a:r>
            <a:endParaRPr lang="en-US" sz="2200" dirty="0"/>
          </a:p>
        </p:txBody>
      </p:sp>
      <p:sp>
        <p:nvSpPr>
          <p:cNvPr id="167" name="Shape 165"/>
          <p:cNvSpPr/>
          <p:nvPr/>
        </p:nvSpPr>
        <p:spPr>
          <a:xfrm>
            <a:off x="2646274" y="9716414"/>
            <a:ext cx="1007669" cy="1007669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2646274" y="971641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83</a:t>
            </a:r>
            <a:endParaRPr lang="en-US" sz="2200" dirty="0"/>
          </a:p>
        </p:txBody>
      </p:sp>
      <p:sp>
        <p:nvSpPr>
          <p:cNvPr id="169" name="Shape 167"/>
          <p:cNvSpPr/>
          <p:nvPr/>
        </p:nvSpPr>
        <p:spPr>
          <a:xfrm>
            <a:off x="3763670" y="9716414"/>
            <a:ext cx="1007669" cy="1007669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3763670" y="971641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84</a:t>
            </a:r>
            <a:endParaRPr lang="en-US" sz="2200" dirty="0"/>
          </a:p>
        </p:txBody>
      </p:sp>
      <p:sp>
        <p:nvSpPr>
          <p:cNvPr id="171" name="Shape 169"/>
          <p:cNvSpPr/>
          <p:nvPr/>
        </p:nvSpPr>
        <p:spPr>
          <a:xfrm>
            <a:off x="4881067" y="9716414"/>
            <a:ext cx="1007669" cy="1007669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4881067" y="971641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</a:t>
            </a:r>
            <a:endParaRPr lang="en-US" sz="2200" dirty="0"/>
          </a:p>
        </p:txBody>
      </p:sp>
      <p:sp>
        <p:nvSpPr>
          <p:cNvPr id="173" name="Shape 171"/>
          <p:cNvSpPr/>
          <p:nvPr/>
        </p:nvSpPr>
        <p:spPr>
          <a:xfrm>
            <a:off x="5998464" y="9716414"/>
            <a:ext cx="1007669" cy="1007669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5998464" y="971641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86</a:t>
            </a:r>
            <a:endParaRPr lang="en-US" sz="2200" dirty="0"/>
          </a:p>
        </p:txBody>
      </p:sp>
      <p:sp>
        <p:nvSpPr>
          <p:cNvPr id="175" name="Shape 173"/>
          <p:cNvSpPr/>
          <p:nvPr/>
        </p:nvSpPr>
        <p:spPr>
          <a:xfrm>
            <a:off x="7115861" y="9716414"/>
            <a:ext cx="1007669" cy="1007669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7115861" y="971641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</a:t>
            </a:r>
            <a:endParaRPr lang="en-US" sz="2200" dirty="0"/>
          </a:p>
        </p:txBody>
      </p:sp>
      <p:sp>
        <p:nvSpPr>
          <p:cNvPr id="177" name="Shape 175"/>
          <p:cNvSpPr/>
          <p:nvPr/>
        </p:nvSpPr>
        <p:spPr>
          <a:xfrm>
            <a:off x="8233258" y="9716414"/>
            <a:ext cx="1007669" cy="1007669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8233258" y="971641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</a:t>
            </a:r>
            <a:endParaRPr lang="en-US" sz="2200" dirty="0"/>
          </a:p>
        </p:txBody>
      </p:sp>
      <p:sp>
        <p:nvSpPr>
          <p:cNvPr id="179" name="Shape 177"/>
          <p:cNvSpPr/>
          <p:nvPr/>
        </p:nvSpPr>
        <p:spPr>
          <a:xfrm>
            <a:off x="9350654" y="9716414"/>
            <a:ext cx="1007669" cy="1007669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9350654" y="971641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</a:t>
            </a:r>
            <a:endParaRPr lang="en-US" sz="2200" dirty="0"/>
          </a:p>
        </p:txBody>
      </p:sp>
      <p:sp>
        <p:nvSpPr>
          <p:cNvPr id="181" name="Shape 179"/>
          <p:cNvSpPr/>
          <p:nvPr/>
        </p:nvSpPr>
        <p:spPr>
          <a:xfrm>
            <a:off x="10468051" y="9716414"/>
            <a:ext cx="1007669" cy="1007669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10468051" y="9716414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</a:t>
            </a:r>
            <a:endParaRPr lang="en-US" sz="2200" dirty="0"/>
          </a:p>
        </p:txBody>
      </p:sp>
      <p:sp>
        <p:nvSpPr>
          <p:cNvPr id="183" name="Shape 181"/>
          <p:cNvSpPr/>
          <p:nvPr/>
        </p:nvSpPr>
        <p:spPr>
          <a:xfrm>
            <a:off x="411480" y="10833811"/>
            <a:ext cx="1007669" cy="1007669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411480" y="10833811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</a:t>
            </a:r>
            <a:endParaRPr lang="en-US" sz="2200" dirty="0"/>
          </a:p>
        </p:txBody>
      </p:sp>
      <p:sp>
        <p:nvSpPr>
          <p:cNvPr id="185" name="Shape 183"/>
          <p:cNvSpPr/>
          <p:nvPr/>
        </p:nvSpPr>
        <p:spPr>
          <a:xfrm>
            <a:off x="1528877" y="10833811"/>
            <a:ext cx="1007669" cy="1007669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1528877" y="10833811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</a:t>
            </a:r>
            <a:endParaRPr lang="en-US" sz="2200" dirty="0"/>
          </a:p>
        </p:txBody>
      </p:sp>
      <p:sp>
        <p:nvSpPr>
          <p:cNvPr id="187" name="Shape 185"/>
          <p:cNvSpPr/>
          <p:nvPr/>
        </p:nvSpPr>
        <p:spPr>
          <a:xfrm>
            <a:off x="2646274" y="10833811"/>
            <a:ext cx="1007669" cy="1007669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2646274" y="10833811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93</a:t>
            </a:r>
            <a:endParaRPr lang="en-US" sz="2200" dirty="0"/>
          </a:p>
        </p:txBody>
      </p:sp>
      <p:sp>
        <p:nvSpPr>
          <p:cNvPr id="189" name="Shape 187"/>
          <p:cNvSpPr/>
          <p:nvPr/>
        </p:nvSpPr>
        <p:spPr>
          <a:xfrm>
            <a:off x="3763670" y="10833811"/>
            <a:ext cx="1007669" cy="1007669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3763670" y="10833811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</a:t>
            </a:r>
            <a:endParaRPr lang="en-US" sz="2200" dirty="0"/>
          </a:p>
        </p:txBody>
      </p:sp>
      <p:sp>
        <p:nvSpPr>
          <p:cNvPr id="191" name="Shape 189"/>
          <p:cNvSpPr/>
          <p:nvPr/>
        </p:nvSpPr>
        <p:spPr>
          <a:xfrm>
            <a:off x="4881067" y="10833811"/>
            <a:ext cx="1007669" cy="1007669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4881067" y="10833811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</a:t>
            </a:r>
            <a:endParaRPr lang="en-US" sz="2200" dirty="0"/>
          </a:p>
        </p:txBody>
      </p:sp>
      <p:sp>
        <p:nvSpPr>
          <p:cNvPr id="193" name="Shape 191"/>
          <p:cNvSpPr/>
          <p:nvPr/>
        </p:nvSpPr>
        <p:spPr>
          <a:xfrm>
            <a:off x="5998464" y="10833811"/>
            <a:ext cx="1007669" cy="1007669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5998464" y="10833811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</a:t>
            </a:r>
            <a:endParaRPr lang="en-US" sz="2200" dirty="0"/>
          </a:p>
        </p:txBody>
      </p:sp>
      <p:sp>
        <p:nvSpPr>
          <p:cNvPr id="195" name="Shape 193"/>
          <p:cNvSpPr/>
          <p:nvPr/>
        </p:nvSpPr>
        <p:spPr>
          <a:xfrm>
            <a:off x="7115861" y="10833811"/>
            <a:ext cx="1007669" cy="1007669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7115861" y="10833811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</a:t>
            </a:r>
            <a:endParaRPr lang="en-US" sz="2200" dirty="0"/>
          </a:p>
        </p:txBody>
      </p:sp>
      <p:sp>
        <p:nvSpPr>
          <p:cNvPr id="197" name="Shape 195"/>
          <p:cNvSpPr/>
          <p:nvPr/>
        </p:nvSpPr>
        <p:spPr>
          <a:xfrm>
            <a:off x="8233258" y="10833811"/>
            <a:ext cx="1007669" cy="1007669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8233258" y="10833811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</a:t>
            </a:r>
            <a:endParaRPr lang="en-US" sz="2200" dirty="0"/>
          </a:p>
        </p:txBody>
      </p:sp>
      <p:sp>
        <p:nvSpPr>
          <p:cNvPr id="199" name="Shape 197"/>
          <p:cNvSpPr/>
          <p:nvPr/>
        </p:nvSpPr>
        <p:spPr>
          <a:xfrm>
            <a:off x="9350654" y="10833811"/>
            <a:ext cx="1007669" cy="1007669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9350654" y="10833811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</a:t>
            </a:r>
            <a:endParaRPr lang="en-US" sz="2200" dirty="0"/>
          </a:p>
        </p:txBody>
      </p:sp>
      <p:sp>
        <p:nvSpPr>
          <p:cNvPr id="201" name="Shape 199"/>
          <p:cNvSpPr/>
          <p:nvPr/>
        </p:nvSpPr>
        <p:spPr>
          <a:xfrm>
            <a:off x="10468051" y="10833811"/>
            <a:ext cx="1007669" cy="1007669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10468051" y="10833811"/>
            <a:ext cx="1007669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Numbers 1-100</dc:title>
  <dc:subject>PptxGenJS Presentation</dc:subject>
  <dc:creator>canva-mcp</dc:creator>
  <cp:lastModifiedBy>canva-mcp</cp:lastModifiedBy>
  <cp:revision>1</cp:revision>
  <dcterms:created xsi:type="dcterms:W3CDTF">2026-09-07T09:17:28Z</dcterms:created>
  <dcterms:modified xsi:type="dcterms:W3CDTF">2026-09-07T09:17:28Z</dcterms:modified>
</cp:coreProperties>
</file>