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Relationship Id="rId96" Type="http://schemas.openxmlformats.org/officeDocument/2006/relationships/image" Target="../media/image95.png"/><Relationship Id="rId97" Type="http://schemas.openxmlformats.org/officeDocument/2006/relationships/image" Target="../media/image96.png"/><Relationship Id="rId98" Type="http://schemas.openxmlformats.org/officeDocument/2006/relationships/image" Target="../media/image97.png"/><Relationship Id="rId99" Type="http://schemas.openxmlformats.org/officeDocument/2006/relationships/image" Target="../media/image98.png"/><Relationship Id="rId100" Type="http://schemas.openxmlformats.org/officeDocument/2006/relationships/image" Target="../media/image99.png"/><Relationship Id="rId101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372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</a:defRPr>
            </a:pPr>
            <a:r>
              <a:t>1–100  ·  each number grouped with its circle</a:t>
            </a:r>
          </a:p>
        </p:txBody>
      </p:sp>
      <p:pic>
        <p:nvPicPr>
          <p:cNvPr id="3" name="Number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845820" cy="845820"/>
          </a:xfrm>
          <a:prstGeom prst="rect">
            <a:avLst/>
          </a:prstGeom>
        </p:spPr>
      </p:pic>
      <p:pic>
        <p:nvPicPr>
          <p:cNvPr id="4" name="Number 2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548640"/>
            <a:ext cx="845820" cy="845820"/>
          </a:xfrm>
          <a:prstGeom prst="rect">
            <a:avLst/>
          </a:prstGeom>
        </p:spPr>
      </p:pic>
      <p:pic>
        <p:nvPicPr>
          <p:cNvPr id="5" name="Number 3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548640"/>
            <a:ext cx="845820" cy="845820"/>
          </a:xfrm>
          <a:prstGeom prst="rect">
            <a:avLst/>
          </a:prstGeom>
        </p:spPr>
      </p:pic>
      <p:pic>
        <p:nvPicPr>
          <p:cNvPr id="6" name="Number 4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980" y="548640"/>
            <a:ext cx="845820" cy="845820"/>
          </a:xfrm>
          <a:prstGeom prst="rect">
            <a:avLst/>
          </a:prstGeom>
        </p:spPr>
      </p:pic>
      <p:pic>
        <p:nvPicPr>
          <p:cNvPr id="7" name="Number 5" descr="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548640"/>
            <a:ext cx="845820" cy="845820"/>
          </a:xfrm>
          <a:prstGeom prst="rect">
            <a:avLst/>
          </a:prstGeom>
        </p:spPr>
      </p:pic>
      <p:pic>
        <p:nvPicPr>
          <p:cNvPr id="8" name="Number 6" descr="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548640"/>
            <a:ext cx="845820" cy="845820"/>
          </a:xfrm>
          <a:prstGeom prst="rect">
            <a:avLst/>
          </a:prstGeom>
        </p:spPr>
      </p:pic>
      <p:pic>
        <p:nvPicPr>
          <p:cNvPr id="9" name="Number 7" descr="0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548640"/>
            <a:ext cx="845820" cy="845820"/>
          </a:xfrm>
          <a:prstGeom prst="rect">
            <a:avLst/>
          </a:prstGeom>
        </p:spPr>
      </p:pic>
      <p:pic>
        <p:nvPicPr>
          <p:cNvPr id="10" name="Number 8" descr="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8020" y="548640"/>
            <a:ext cx="845820" cy="845820"/>
          </a:xfrm>
          <a:prstGeom prst="rect">
            <a:avLst/>
          </a:prstGeom>
        </p:spPr>
      </p:pic>
      <p:pic>
        <p:nvPicPr>
          <p:cNvPr id="11" name="Number 9" descr="0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548640"/>
            <a:ext cx="845820" cy="845820"/>
          </a:xfrm>
          <a:prstGeom prst="rect">
            <a:avLst/>
          </a:prstGeom>
        </p:spPr>
      </p:pic>
      <p:pic>
        <p:nvPicPr>
          <p:cNvPr id="12" name="Number 10" descr="0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2540" y="548640"/>
            <a:ext cx="845820" cy="845820"/>
          </a:xfrm>
          <a:prstGeom prst="rect">
            <a:avLst/>
          </a:prstGeom>
        </p:spPr>
      </p:pic>
      <p:pic>
        <p:nvPicPr>
          <p:cNvPr id="13" name="Number 11" descr="0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1485900"/>
            <a:ext cx="845820" cy="845820"/>
          </a:xfrm>
          <a:prstGeom prst="rect">
            <a:avLst/>
          </a:prstGeom>
        </p:spPr>
      </p:pic>
      <p:pic>
        <p:nvPicPr>
          <p:cNvPr id="14" name="Number 12" descr="0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4460" y="1485900"/>
            <a:ext cx="845820" cy="845820"/>
          </a:xfrm>
          <a:prstGeom prst="rect">
            <a:avLst/>
          </a:prstGeom>
        </p:spPr>
      </p:pic>
      <p:pic>
        <p:nvPicPr>
          <p:cNvPr id="15" name="Number 13" descr="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1720" y="1485900"/>
            <a:ext cx="845820" cy="845820"/>
          </a:xfrm>
          <a:prstGeom prst="rect">
            <a:avLst/>
          </a:prstGeom>
        </p:spPr>
      </p:pic>
      <p:pic>
        <p:nvPicPr>
          <p:cNvPr id="16" name="Number 14" descr="0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68980" y="1485900"/>
            <a:ext cx="845820" cy="845820"/>
          </a:xfrm>
          <a:prstGeom prst="rect">
            <a:avLst/>
          </a:prstGeom>
        </p:spPr>
      </p:pic>
      <p:pic>
        <p:nvPicPr>
          <p:cNvPr id="17" name="Number 15" descr="0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6240" y="1485900"/>
            <a:ext cx="845820" cy="845820"/>
          </a:xfrm>
          <a:prstGeom prst="rect">
            <a:avLst/>
          </a:prstGeom>
        </p:spPr>
      </p:pic>
      <p:pic>
        <p:nvPicPr>
          <p:cNvPr id="18" name="Number 16" descr="0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43500" y="1485900"/>
            <a:ext cx="845820" cy="845820"/>
          </a:xfrm>
          <a:prstGeom prst="rect">
            <a:avLst/>
          </a:prstGeom>
        </p:spPr>
      </p:pic>
      <p:pic>
        <p:nvPicPr>
          <p:cNvPr id="19" name="Number 17" descr="0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0760" y="1485900"/>
            <a:ext cx="845820" cy="845820"/>
          </a:xfrm>
          <a:prstGeom prst="rect">
            <a:avLst/>
          </a:prstGeom>
        </p:spPr>
      </p:pic>
      <p:pic>
        <p:nvPicPr>
          <p:cNvPr id="20" name="Number 18" descr="0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18020" y="1485900"/>
            <a:ext cx="845820" cy="845820"/>
          </a:xfrm>
          <a:prstGeom prst="rect">
            <a:avLst/>
          </a:prstGeom>
        </p:spPr>
      </p:pic>
      <p:pic>
        <p:nvPicPr>
          <p:cNvPr id="21" name="Number 19" descr="0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55280" y="1485900"/>
            <a:ext cx="845820" cy="845820"/>
          </a:xfrm>
          <a:prstGeom prst="rect">
            <a:avLst/>
          </a:prstGeom>
        </p:spPr>
      </p:pic>
      <p:pic>
        <p:nvPicPr>
          <p:cNvPr id="22" name="Number 20" descr="02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92540" y="1485900"/>
            <a:ext cx="845820" cy="845820"/>
          </a:xfrm>
          <a:prstGeom prst="rect">
            <a:avLst/>
          </a:prstGeom>
        </p:spPr>
      </p:pic>
      <p:pic>
        <p:nvPicPr>
          <p:cNvPr id="23" name="Number 21" descr="02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2423160"/>
            <a:ext cx="845820" cy="845820"/>
          </a:xfrm>
          <a:prstGeom prst="rect">
            <a:avLst/>
          </a:prstGeom>
        </p:spPr>
      </p:pic>
      <p:pic>
        <p:nvPicPr>
          <p:cNvPr id="24" name="Number 22" descr="02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94460" y="2423160"/>
            <a:ext cx="845820" cy="845820"/>
          </a:xfrm>
          <a:prstGeom prst="rect">
            <a:avLst/>
          </a:prstGeom>
        </p:spPr>
      </p:pic>
      <p:pic>
        <p:nvPicPr>
          <p:cNvPr id="25" name="Number 23" descr="02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31720" y="2423160"/>
            <a:ext cx="845820" cy="845820"/>
          </a:xfrm>
          <a:prstGeom prst="rect">
            <a:avLst/>
          </a:prstGeom>
        </p:spPr>
      </p:pic>
      <p:pic>
        <p:nvPicPr>
          <p:cNvPr id="26" name="Number 24" descr="02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68980" y="2423160"/>
            <a:ext cx="845820" cy="845820"/>
          </a:xfrm>
          <a:prstGeom prst="rect">
            <a:avLst/>
          </a:prstGeom>
        </p:spPr>
      </p:pic>
      <p:pic>
        <p:nvPicPr>
          <p:cNvPr id="27" name="Number 25" descr="025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06240" y="2423160"/>
            <a:ext cx="845820" cy="845820"/>
          </a:xfrm>
          <a:prstGeom prst="rect">
            <a:avLst/>
          </a:prstGeom>
        </p:spPr>
      </p:pic>
      <p:pic>
        <p:nvPicPr>
          <p:cNvPr id="28" name="Number 26" descr="02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2423160"/>
            <a:ext cx="845820" cy="845820"/>
          </a:xfrm>
          <a:prstGeom prst="rect">
            <a:avLst/>
          </a:prstGeom>
        </p:spPr>
      </p:pic>
      <p:pic>
        <p:nvPicPr>
          <p:cNvPr id="29" name="Number 27" descr="02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80760" y="2423160"/>
            <a:ext cx="845820" cy="845820"/>
          </a:xfrm>
          <a:prstGeom prst="rect">
            <a:avLst/>
          </a:prstGeom>
        </p:spPr>
      </p:pic>
      <p:pic>
        <p:nvPicPr>
          <p:cNvPr id="30" name="Number 28" descr="028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8020" y="2423160"/>
            <a:ext cx="845820" cy="845820"/>
          </a:xfrm>
          <a:prstGeom prst="rect">
            <a:avLst/>
          </a:prstGeom>
        </p:spPr>
      </p:pic>
      <p:pic>
        <p:nvPicPr>
          <p:cNvPr id="31" name="Number 29" descr="029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55280" y="2423160"/>
            <a:ext cx="845820" cy="845820"/>
          </a:xfrm>
          <a:prstGeom prst="rect">
            <a:avLst/>
          </a:prstGeom>
        </p:spPr>
      </p:pic>
      <p:pic>
        <p:nvPicPr>
          <p:cNvPr id="32" name="Number 30" descr="030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92540" y="2423160"/>
            <a:ext cx="845820" cy="845820"/>
          </a:xfrm>
          <a:prstGeom prst="rect">
            <a:avLst/>
          </a:prstGeom>
        </p:spPr>
      </p:pic>
      <p:pic>
        <p:nvPicPr>
          <p:cNvPr id="33" name="Number 31" descr="03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7200" y="3360420"/>
            <a:ext cx="845820" cy="845820"/>
          </a:xfrm>
          <a:prstGeom prst="rect">
            <a:avLst/>
          </a:prstGeom>
        </p:spPr>
      </p:pic>
      <p:pic>
        <p:nvPicPr>
          <p:cNvPr id="34" name="Number 32" descr="03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94460" y="3360420"/>
            <a:ext cx="845820" cy="845820"/>
          </a:xfrm>
          <a:prstGeom prst="rect">
            <a:avLst/>
          </a:prstGeom>
        </p:spPr>
      </p:pic>
      <p:pic>
        <p:nvPicPr>
          <p:cNvPr id="35" name="Number 33" descr="03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331720" y="3360420"/>
            <a:ext cx="845820" cy="845820"/>
          </a:xfrm>
          <a:prstGeom prst="rect">
            <a:avLst/>
          </a:prstGeom>
        </p:spPr>
      </p:pic>
      <p:pic>
        <p:nvPicPr>
          <p:cNvPr id="36" name="Number 34" descr="03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68980" y="3360420"/>
            <a:ext cx="845820" cy="845820"/>
          </a:xfrm>
          <a:prstGeom prst="rect">
            <a:avLst/>
          </a:prstGeom>
        </p:spPr>
      </p:pic>
      <p:pic>
        <p:nvPicPr>
          <p:cNvPr id="37" name="Number 35" descr="03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06240" y="3360420"/>
            <a:ext cx="845820" cy="845820"/>
          </a:xfrm>
          <a:prstGeom prst="rect">
            <a:avLst/>
          </a:prstGeom>
        </p:spPr>
      </p:pic>
      <p:pic>
        <p:nvPicPr>
          <p:cNvPr id="38" name="Number 36" descr="03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43500" y="3360420"/>
            <a:ext cx="845820" cy="845820"/>
          </a:xfrm>
          <a:prstGeom prst="rect">
            <a:avLst/>
          </a:prstGeom>
        </p:spPr>
      </p:pic>
      <p:pic>
        <p:nvPicPr>
          <p:cNvPr id="39" name="Number 37" descr="037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080760" y="3360420"/>
            <a:ext cx="845820" cy="845820"/>
          </a:xfrm>
          <a:prstGeom prst="rect">
            <a:avLst/>
          </a:prstGeom>
        </p:spPr>
      </p:pic>
      <p:pic>
        <p:nvPicPr>
          <p:cNvPr id="40" name="Number 38" descr="03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018020" y="3360420"/>
            <a:ext cx="845820" cy="845820"/>
          </a:xfrm>
          <a:prstGeom prst="rect">
            <a:avLst/>
          </a:prstGeom>
        </p:spPr>
      </p:pic>
      <p:pic>
        <p:nvPicPr>
          <p:cNvPr id="41" name="Number 39" descr="039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55280" y="3360420"/>
            <a:ext cx="845820" cy="845820"/>
          </a:xfrm>
          <a:prstGeom prst="rect">
            <a:avLst/>
          </a:prstGeom>
        </p:spPr>
      </p:pic>
      <p:pic>
        <p:nvPicPr>
          <p:cNvPr id="42" name="Number 40" descr="040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92540" y="3360420"/>
            <a:ext cx="845820" cy="845820"/>
          </a:xfrm>
          <a:prstGeom prst="rect">
            <a:avLst/>
          </a:prstGeom>
        </p:spPr>
      </p:pic>
      <p:pic>
        <p:nvPicPr>
          <p:cNvPr id="43" name="Number 41" descr="04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7200" y="4297680"/>
            <a:ext cx="845820" cy="845820"/>
          </a:xfrm>
          <a:prstGeom prst="rect">
            <a:avLst/>
          </a:prstGeom>
        </p:spPr>
      </p:pic>
      <p:pic>
        <p:nvPicPr>
          <p:cNvPr id="44" name="Number 42" descr="042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94460" y="4297680"/>
            <a:ext cx="845820" cy="845820"/>
          </a:xfrm>
          <a:prstGeom prst="rect">
            <a:avLst/>
          </a:prstGeom>
        </p:spPr>
      </p:pic>
      <p:pic>
        <p:nvPicPr>
          <p:cNvPr id="45" name="Number 43" descr="043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331720" y="4297680"/>
            <a:ext cx="845820" cy="845820"/>
          </a:xfrm>
          <a:prstGeom prst="rect">
            <a:avLst/>
          </a:prstGeom>
        </p:spPr>
      </p:pic>
      <p:pic>
        <p:nvPicPr>
          <p:cNvPr id="46" name="Number 44" descr="04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268980" y="4297680"/>
            <a:ext cx="845820" cy="845820"/>
          </a:xfrm>
          <a:prstGeom prst="rect">
            <a:avLst/>
          </a:prstGeom>
        </p:spPr>
      </p:pic>
      <p:pic>
        <p:nvPicPr>
          <p:cNvPr id="47" name="Number 45" descr="045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206240" y="4297680"/>
            <a:ext cx="845820" cy="845820"/>
          </a:xfrm>
          <a:prstGeom prst="rect">
            <a:avLst/>
          </a:prstGeom>
        </p:spPr>
      </p:pic>
      <p:pic>
        <p:nvPicPr>
          <p:cNvPr id="48" name="Number 46" descr="046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143500" y="4297680"/>
            <a:ext cx="845820" cy="845820"/>
          </a:xfrm>
          <a:prstGeom prst="rect">
            <a:avLst/>
          </a:prstGeom>
        </p:spPr>
      </p:pic>
      <p:pic>
        <p:nvPicPr>
          <p:cNvPr id="49" name="Number 47" descr="047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080760" y="4297680"/>
            <a:ext cx="845820" cy="845820"/>
          </a:xfrm>
          <a:prstGeom prst="rect">
            <a:avLst/>
          </a:prstGeom>
        </p:spPr>
      </p:pic>
      <p:pic>
        <p:nvPicPr>
          <p:cNvPr id="50" name="Number 48" descr="048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18020" y="4297680"/>
            <a:ext cx="845820" cy="845820"/>
          </a:xfrm>
          <a:prstGeom prst="rect">
            <a:avLst/>
          </a:prstGeom>
        </p:spPr>
      </p:pic>
      <p:pic>
        <p:nvPicPr>
          <p:cNvPr id="51" name="Number 49" descr="049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955280" y="4297680"/>
            <a:ext cx="845820" cy="845820"/>
          </a:xfrm>
          <a:prstGeom prst="rect">
            <a:avLst/>
          </a:prstGeom>
        </p:spPr>
      </p:pic>
      <p:pic>
        <p:nvPicPr>
          <p:cNvPr id="52" name="Number 50" descr="050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892540" y="4297680"/>
            <a:ext cx="845820" cy="845820"/>
          </a:xfrm>
          <a:prstGeom prst="rect">
            <a:avLst/>
          </a:prstGeom>
        </p:spPr>
      </p:pic>
      <p:pic>
        <p:nvPicPr>
          <p:cNvPr id="53" name="Number 51" descr="05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57200" y="5234940"/>
            <a:ext cx="845820" cy="845820"/>
          </a:xfrm>
          <a:prstGeom prst="rect">
            <a:avLst/>
          </a:prstGeom>
        </p:spPr>
      </p:pic>
      <p:pic>
        <p:nvPicPr>
          <p:cNvPr id="54" name="Number 52" descr="052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394460" y="5234940"/>
            <a:ext cx="845820" cy="845820"/>
          </a:xfrm>
          <a:prstGeom prst="rect">
            <a:avLst/>
          </a:prstGeom>
        </p:spPr>
      </p:pic>
      <p:pic>
        <p:nvPicPr>
          <p:cNvPr id="55" name="Number 53" descr="053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331720" y="5234940"/>
            <a:ext cx="845820" cy="845820"/>
          </a:xfrm>
          <a:prstGeom prst="rect">
            <a:avLst/>
          </a:prstGeom>
        </p:spPr>
      </p:pic>
      <p:pic>
        <p:nvPicPr>
          <p:cNvPr id="56" name="Number 54" descr="054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268980" y="5234940"/>
            <a:ext cx="845820" cy="845820"/>
          </a:xfrm>
          <a:prstGeom prst="rect">
            <a:avLst/>
          </a:prstGeom>
        </p:spPr>
      </p:pic>
      <p:pic>
        <p:nvPicPr>
          <p:cNvPr id="57" name="Number 55" descr="055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206240" y="5234940"/>
            <a:ext cx="845820" cy="845820"/>
          </a:xfrm>
          <a:prstGeom prst="rect">
            <a:avLst/>
          </a:prstGeom>
        </p:spPr>
      </p:pic>
      <p:pic>
        <p:nvPicPr>
          <p:cNvPr id="58" name="Number 56" descr="056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143500" y="5234940"/>
            <a:ext cx="845820" cy="845820"/>
          </a:xfrm>
          <a:prstGeom prst="rect">
            <a:avLst/>
          </a:prstGeom>
        </p:spPr>
      </p:pic>
      <p:pic>
        <p:nvPicPr>
          <p:cNvPr id="59" name="Number 57" descr="057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080760" y="5234940"/>
            <a:ext cx="845820" cy="845820"/>
          </a:xfrm>
          <a:prstGeom prst="rect">
            <a:avLst/>
          </a:prstGeom>
        </p:spPr>
      </p:pic>
      <p:pic>
        <p:nvPicPr>
          <p:cNvPr id="60" name="Number 58" descr="058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018020" y="5234940"/>
            <a:ext cx="845820" cy="845820"/>
          </a:xfrm>
          <a:prstGeom prst="rect">
            <a:avLst/>
          </a:prstGeom>
        </p:spPr>
      </p:pic>
      <p:pic>
        <p:nvPicPr>
          <p:cNvPr id="61" name="Number 59" descr="059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955280" y="5234940"/>
            <a:ext cx="845820" cy="845820"/>
          </a:xfrm>
          <a:prstGeom prst="rect">
            <a:avLst/>
          </a:prstGeom>
        </p:spPr>
      </p:pic>
      <p:pic>
        <p:nvPicPr>
          <p:cNvPr id="62" name="Number 60" descr="060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892540" y="5234940"/>
            <a:ext cx="845820" cy="845820"/>
          </a:xfrm>
          <a:prstGeom prst="rect">
            <a:avLst/>
          </a:prstGeom>
        </p:spPr>
      </p:pic>
      <p:pic>
        <p:nvPicPr>
          <p:cNvPr id="63" name="Number 61" descr="061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57200" y="6172200"/>
            <a:ext cx="845820" cy="845820"/>
          </a:xfrm>
          <a:prstGeom prst="rect">
            <a:avLst/>
          </a:prstGeom>
        </p:spPr>
      </p:pic>
      <p:pic>
        <p:nvPicPr>
          <p:cNvPr id="64" name="Number 62" descr="062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394460" y="6172200"/>
            <a:ext cx="845820" cy="845820"/>
          </a:xfrm>
          <a:prstGeom prst="rect">
            <a:avLst/>
          </a:prstGeom>
        </p:spPr>
      </p:pic>
      <p:pic>
        <p:nvPicPr>
          <p:cNvPr id="65" name="Number 63" descr="063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331720" y="6172200"/>
            <a:ext cx="845820" cy="845820"/>
          </a:xfrm>
          <a:prstGeom prst="rect">
            <a:avLst/>
          </a:prstGeom>
        </p:spPr>
      </p:pic>
      <p:pic>
        <p:nvPicPr>
          <p:cNvPr id="66" name="Number 64" descr="064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268980" y="6172200"/>
            <a:ext cx="845820" cy="845820"/>
          </a:xfrm>
          <a:prstGeom prst="rect">
            <a:avLst/>
          </a:prstGeom>
        </p:spPr>
      </p:pic>
      <p:pic>
        <p:nvPicPr>
          <p:cNvPr id="67" name="Number 65" descr="065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206240" y="6172200"/>
            <a:ext cx="845820" cy="845820"/>
          </a:xfrm>
          <a:prstGeom prst="rect">
            <a:avLst/>
          </a:prstGeom>
        </p:spPr>
      </p:pic>
      <p:pic>
        <p:nvPicPr>
          <p:cNvPr id="68" name="Number 66" descr="066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143500" y="6172200"/>
            <a:ext cx="845820" cy="845820"/>
          </a:xfrm>
          <a:prstGeom prst="rect">
            <a:avLst/>
          </a:prstGeom>
        </p:spPr>
      </p:pic>
      <p:pic>
        <p:nvPicPr>
          <p:cNvPr id="69" name="Number 67" descr="067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80760" y="6172200"/>
            <a:ext cx="845820" cy="845820"/>
          </a:xfrm>
          <a:prstGeom prst="rect">
            <a:avLst/>
          </a:prstGeom>
        </p:spPr>
      </p:pic>
      <p:pic>
        <p:nvPicPr>
          <p:cNvPr id="70" name="Number 68" descr="068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018020" y="6172200"/>
            <a:ext cx="845820" cy="845820"/>
          </a:xfrm>
          <a:prstGeom prst="rect">
            <a:avLst/>
          </a:prstGeom>
        </p:spPr>
      </p:pic>
      <p:pic>
        <p:nvPicPr>
          <p:cNvPr id="71" name="Number 69" descr="069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955280" y="6172200"/>
            <a:ext cx="845820" cy="845820"/>
          </a:xfrm>
          <a:prstGeom prst="rect">
            <a:avLst/>
          </a:prstGeom>
        </p:spPr>
      </p:pic>
      <p:pic>
        <p:nvPicPr>
          <p:cNvPr id="72" name="Number 70" descr="070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892540" y="6172200"/>
            <a:ext cx="845820" cy="845820"/>
          </a:xfrm>
          <a:prstGeom prst="rect">
            <a:avLst/>
          </a:prstGeom>
        </p:spPr>
      </p:pic>
      <p:pic>
        <p:nvPicPr>
          <p:cNvPr id="73" name="Number 71" descr="071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57200" y="7109460"/>
            <a:ext cx="845820" cy="845820"/>
          </a:xfrm>
          <a:prstGeom prst="rect">
            <a:avLst/>
          </a:prstGeom>
        </p:spPr>
      </p:pic>
      <p:pic>
        <p:nvPicPr>
          <p:cNvPr id="74" name="Number 72" descr="072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394460" y="7109460"/>
            <a:ext cx="845820" cy="845820"/>
          </a:xfrm>
          <a:prstGeom prst="rect">
            <a:avLst/>
          </a:prstGeom>
        </p:spPr>
      </p:pic>
      <p:pic>
        <p:nvPicPr>
          <p:cNvPr id="75" name="Number 73" descr="073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331720" y="7109460"/>
            <a:ext cx="845820" cy="845820"/>
          </a:xfrm>
          <a:prstGeom prst="rect">
            <a:avLst/>
          </a:prstGeom>
        </p:spPr>
      </p:pic>
      <p:pic>
        <p:nvPicPr>
          <p:cNvPr id="76" name="Number 74" descr="074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268980" y="7109460"/>
            <a:ext cx="845820" cy="845820"/>
          </a:xfrm>
          <a:prstGeom prst="rect">
            <a:avLst/>
          </a:prstGeom>
        </p:spPr>
      </p:pic>
      <p:pic>
        <p:nvPicPr>
          <p:cNvPr id="77" name="Number 75" descr="075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206240" y="7109460"/>
            <a:ext cx="845820" cy="845820"/>
          </a:xfrm>
          <a:prstGeom prst="rect">
            <a:avLst/>
          </a:prstGeom>
        </p:spPr>
      </p:pic>
      <p:pic>
        <p:nvPicPr>
          <p:cNvPr id="78" name="Number 76" descr="076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143500" y="7109460"/>
            <a:ext cx="845820" cy="845820"/>
          </a:xfrm>
          <a:prstGeom prst="rect">
            <a:avLst/>
          </a:prstGeom>
        </p:spPr>
      </p:pic>
      <p:pic>
        <p:nvPicPr>
          <p:cNvPr id="79" name="Number 77" descr="077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6080760" y="7109460"/>
            <a:ext cx="845820" cy="845820"/>
          </a:xfrm>
          <a:prstGeom prst="rect">
            <a:avLst/>
          </a:prstGeom>
        </p:spPr>
      </p:pic>
      <p:pic>
        <p:nvPicPr>
          <p:cNvPr id="80" name="Number 78" descr="078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7018020" y="7109460"/>
            <a:ext cx="845820" cy="845820"/>
          </a:xfrm>
          <a:prstGeom prst="rect">
            <a:avLst/>
          </a:prstGeom>
        </p:spPr>
      </p:pic>
      <p:pic>
        <p:nvPicPr>
          <p:cNvPr id="81" name="Number 79" descr="079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955280" y="7109460"/>
            <a:ext cx="845820" cy="845820"/>
          </a:xfrm>
          <a:prstGeom prst="rect">
            <a:avLst/>
          </a:prstGeom>
        </p:spPr>
      </p:pic>
      <p:pic>
        <p:nvPicPr>
          <p:cNvPr id="82" name="Number 80" descr="080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8892540" y="7109460"/>
            <a:ext cx="845820" cy="845820"/>
          </a:xfrm>
          <a:prstGeom prst="rect">
            <a:avLst/>
          </a:prstGeom>
        </p:spPr>
      </p:pic>
      <p:pic>
        <p:nvPicPr>
          <p:cNvPr id="83" name="Number 81" descr="081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57200" y="8046720"/>
            <a:ext cx="845820" cy="845820"/>
          </a:xfrm>
          <a:prstGeom prst="rect">
            <a:avLst/>
          </a:prstGeom>
        </p:spPr>
      </p:pic>
      <p:pic>
        <p:nvPicPr>
          <p:cNvPr id="84" name="Number 82" descr="082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394460" y="8046720"/>
            <a:ext cx="845820" cy="845820"/>
          </a:xfrm>
          <a:prstGeom prst="rect">
            <a:avLst/>
          </a:prstGeom>
        </p:spPr>
      </p:pic>
      <p:pic>
        <p:nvPicPr>
          <p:cNvPr id="85" name="Number 83" descr="083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331720" y="8046720"/>
            <a:ext cx="845820" cy="845820"/>
          </a:xfrm>
          <a:prstGeom prst="rect">
            <a:avLst/>
          </a:prstGeom>
        </p:spPr>
      </p:pic>
      <p:pic>
        <p:nvPicPr>
          <p:cNvPr id="86" name="Number 84" descr="084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268980" y="8046720"/>
            <a:ext cx="845820" cy="845820"/>
          </a:xfrm>
          <a:prstGeom prst="rect">
            <a:avLst/>
          </a:prstGeom>
        </p:spPr>
      </p:pic>
      <p:pic>
        <p:nvPicPr>
          <p:cNvPr id="87" name="Number 85" descr="085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4206240" y="8046720"/>
            <a:ext cx="845820" cy="845820"/>
          </a:xfrm>
          <a:prstGeom prst="rect">
            <a:avLst/>
          </a:prstGeom>
        </p:spPr>
      </p:pic>
      <p:pic>
        <p:nvPicPr>
          <p:cNvPr id="88" name="Number 86" descr="086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143500" y="8046720"/>
            <a:ext cx="845820" cy="845820"/>
          </a:xfrm>
          <a:prstGeom prst="rect">
            <a:avLst/>
          </a:prstGeom>
        </p:spPr>
      </p:pic>
      <p:pic>
        <p:nvPicPr>
          <p:cNvPr id="89" name="Number 87" descr="087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080760" y="8046720"/>
            <a:ext cx="845820" cy="845820"/>
          </a:xfrm>
          <a:prstGeom prst="rect">
            <a:avLst/>
          </a:prstGeom>
        </p:spPr>
      </p:pic>
      <p:pic>
        <p:nvPicPr>
          <p:cNvPr id="90" name="Number 88" descr="088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018020" y="8046720"/>
            <a:ext cx="845820" cy="845820"/>
          </a:xfrm>
          <a:prstGeom prst="rect">
            <a:avLst/>
          </a:prstGeom>
        </p:spPr>
      </p:pic>
      <p:pic>
        <p:nvPicPr>
          <p:cNvPr id="91" name="Number 89" descr="089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955280" y="8046720"/>
            <a:ext cx="845820" cy="845820"/>
          </a:xfrm>
          <a:prstGeom prst="rect">
            <a:avLst/>
          </a:prstGeom>
        </p:spPr>
      </p:pic>
      <p:pic>
        <p:nvPicPr>
          <p:cNvPr id="92" name="Number 90" descr="090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92540" y="8046720"/>
            <a:ext cx="845820" cy="845820"/>
          </a:xfrm>
          <a:prstGeom prst="rect">
            <a:avLst/>
          </a:prstGeom>
        </p:spPr>
      </p:pic>
      <p:pic>
        <p:nvPicPr>
          <p:cNvPr id="93" name="Number 91" descr="091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457200" y="8983980"/>
            <a:ext cx="845820" cy="845820"/>
          </a:xfrm>
          <a:prstGeom prst="rect">
            <a:avLst/>
          </a:prstGeom>
        </p:spPr>
      </p:pic>
      <p:pic>
        <p:nvPicPr>
          <p:cNvPr id="94" name="Number 92" descr="092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394460" y="8983980"/>
            <a:ext cx="845820" cy="845820"/>
          </a:xfrm>
          <a:prstGeom prst="rect">
            <a:avLst/>
          </a:prstGeom>
        </p:spPr>
      </p:pic>
      <p:pic>
        <p:nvPicPr>
          <p:cNvPr id="95" name="Number 93" descr="093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2331720" y="8983980"/>
            <a:ext cx="845820" cy="845820"/>
          </a:xfrm>
          <a:prstGeom prst="rect">
            <a:avLst/>
          </a:prstGeom>
        </p:spPr>
      </p:pic>
      <p:pic>
        <p:nvPicPr>
          <p:cNvPr id="96" name="Number 94" descr="094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3268980" y="8983980"/>
            <a:ext cx="845820" cy="845820"/>
          </a:xfrm>
          <a:prstGeom prst="rect">
            <a:avLst/>
          </a:prstGeom>
        </p:spPr>
      </p:pic>
      <p:pic>
        <p:nvPicPr>
          <p:cNvPr id="97" name="Number 95" descr="095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4206240" y="8983980"/>
            <a:ext cx="845820" cy="845820"/>
          </a:xfrm>
          <a:prstGeom prst="rect">
            <a:avLst/>
          </a:prstGeom>
        </p:spPr>
      </p:pic>
      <p:pic>
        <p:nvPicPr>
          <p:cNvPr id="98" name="Number 96" descr="096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5143500" y="8983980"/>
            <a:ext cx="845820" cy="845820"/>
          </a:xfrm>
          <a:prstGeom prst="rect">
            <a:avLst/>
          </a:prstGeom>
        </p:spPr>
      </p:pic>
      <p:pic>
        <p:nvPicPr>
          <p:cNvPr id="99" name="Number 97" descr="097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080760" y="8983980"/>
            <a:ext cx="845820" cy="845820"/>
          </a:xfrm>
          <a:prstGeom prst="rect">
            <a:avLst/>
          </a:prstGeom>
        </p:spPr>
      </p:pic>
      <p:pic>
        <p:nvPicPr>
          <p:cNvPr id="100" name="Number 98" descr="098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7018020" y="8983980"/>
            <a:ext cx="845820" cy="845820"/>
          </a:xfrm>
          <a:prstGeom prst="rect">
            <a:avLst/>
          </a:prstGeom>
        </p:spPr>
      </p:pic>
      <p:pic>
        <p:nvPicPr>
          <p:cNvPr id="101" name="Number 99" descr="099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955280" y="8983980"/>
            <a:ext cx="845820" cy="845820"/>
          </a:xfrm>
          <a:prstGeom prst="rect">
            <a:avLst/>
          </a:prstGeom>
        </p:spPr>
      </p:pic>
      <p:pic>
        <p:nvPicPr>
          <p:cNvPr id="102" name="Number 100" descr="100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8892540" y="8983980"/>
            <a:ext cx="845820" cy="845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